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26" Type="http://schemas.openxmlformats.org/officeDocument/2006/relationships/image" Target="../media/image44.png"/><Relationship Id="rId21" Type="http://schemas.openxmlformats.org/officeDocument/2006/relationships/image" Target="../media/image39.png"/><Relationship Id="rId34" Type="http://schemas.openxmlformats.org/officeDocument/2006/relationships/image" Target="../media/image52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5" Type="http://schemas.openxmlformats.org/officeDocument/2006/relationships/image" Target="../media/image43.png"/><Relationship Id="rId33" Type="http://schemas.openxmlformats.org/officeDocument/2006/relationships/image" Target="../media/image51.png"/><Relationship Id="rId2" Type="http://schemas.openxmlformats.org/officeDocument/2006/relationships/image" Target="../media/image20.png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29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24" Type="http://schemas.openxmlformats.org/officeDocument/2006/relationships/image" Target="../media/image42.png"/><Relationship Id="rId32" Type="http://schemas.openxmlformats.org/officeDocument/2006/relationships/image" Target="../media/image50.png"/><Relationship Id="rId37" Type="http://schemas.openxmlformats.org/officeDocument/2006/relationships/image" Target="../media/image55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23" Type="http://schemas.openxmlformats.org/officeDocument/2006/relationships/image" Target="../media/image41.png"/><Relationship Id="rId28" Type="http://schemas.openxmlformats.org/officeDocument/2006/relationships/image" Target="../media/image46.png"/><Relationship Id="rId36" Type="http://schemas.openxmlformats.org/officeDocument/2006/relationships/image" Target="../media/image54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31" Type="http://schemas.openxmlformats.org/officeDocument/2006/relationships/image" Target="../media/image49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Relationship Id="rId22" Type="http://schemas.openxmlformats.org/officeDocument/2006/relationships/image" Target="../media/image40.png"/><Relationship Id="rId27" Type="http://schemas.openxmlformats.org/officeDocument/2006/relationships/image" Target="../media/image45.png"/><Relationship Id="rId30" Type="http://schemas.openxmlformats.org/officeDocument/2006/relationships/image" Target="../media/image48.png"/><Relationship Id="rId35" Type="http://schemas.openxmlformats.org/officeDocument/2006/relationships/image" Target="../media/image53.png"/><Relationship Id="rId8" Type="http://schemas.openxmlformats.org/officeDocument/2006/relationships/image" Target="../media/image26.png"/><Relationship Id="rId3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7.png"/><Relationship Id="rId18" Type="http://schemas.openxmlformats.org/officeDocument/2006/relationships/image" Target="../media/image72.png"/><Relationship Id="rId26" Type="http://schemas.openxmlformats.org/officeDocument/2006/relationships/image" Target="../media/image80.png"/><Relationship Id="rId39" Type="http://schemas.openxmlformats.org/officeDocument/2006/relationships/image" Target="../media/image93.png"/><Relationship Id="rId21" Type="http://schemas.openxmlformats.org/officeDocument/2006/relationships/image" Target="../media/image75.png"/><Relationship Id="rId34" Type="http://schemas.openxmlformats.org/officeDocument/2006/relationships/image" Target="../media/image88.png"/><Relationship Id="rId42" Type="http://schemas.openxmlformats.org/officeDocument/2006/relationships/image" Target="../media/image96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6" Type="http://schemas.openxmlformats.org/officeDocument/2006/relationships/image" Target="../media/image70.png"/><Relationship Id="rId20" Type="http://schemas.openxmlformats.org/officeDocument/2006/relationships/image" Target="../media/image74.png"/><Relationship Id="rId29" Type="http://schemas.openxmlformats.org/officeDocument/2006/relationships/image" Target="../media/image83.png"/><Relationship Id="rId41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24" Type="http://schemas.openxmlformats.org/officeDocument/2006/relationships/image" Target="../media/image78.png"/><Relationship Id="rId32" Type="http://schemas.openxmlformats.org/officeDocument/2006/relationships/image" Target="../media/image86.png"/><Relationship Id="rId37" Type="http://schemas.openxmlformats.org/officeDocument/2006/relationships/image" Target="../media/image91.png"/><Relationship Id="rId40" Type="http://schemas.openxmlformats.org/officeDocument/2006/relationships/image" Target="../media/image94.png"/><Relationship Id="rId5" Type="http://schemas.openxmlformats.org/officeDocument/2006/relationships/image" Target="../media/image59.png"/><Relationship Id="rId15" Type="http://schemas.openxmlformats.org/officeDocument/2006/relationships/image" Target="../media/image69.png"/><Relationship Id="rId23" Type="http://schemas.openxmlformats.org/officeDocument/2006/relationships/image" Target="../media/image77.png"/><Relationship Id="rId28" Type="http://schemas.openxmlformats.org/officeDocument/2006/relationships/image" Target="../media/image82.png"/><Relationship Id="rId36" Type="http://schemas.openxmlformats.org/officeDocument/2006/relationships/image" Target="../media/image90.png"/><Relationship Id="rId10" Type="http://schemas.openxmlformats.org/officeDocument/2006/relationships/image" Target="../media/image64.png"/><Relationship Id="rId19" Type="http://schemas.openxmlformats.org/officeDocument/2006/relationships/image" Target="../media/image73.png"/><Relationship Id="rId31" Type="http://schemas.openxmlformats.org/officeDocument/2006/relationships/image" Target="../media/image85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Relationship Id="rId22" Type="http://schemas.openxmlformats.org/officeDocument/2006/relationships/image" Target="../media/image76.png"/><Relationship Id="rId27" Type="http://schemas.openxmlformats.org/officeDocument/2006/relationships/image" Target="../media/image81.png"/><Relationship Id="rId30" Type="http://schemas.openxmlformats.org/officeDocument/2006/relationships/image" Target="../media/image84.png"/><Relationship Id="rId35" Type="http://schemas.openxmlformats.org/officeDocument/2006/relationships/image" Target="../media/image89.png"/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12" Type="http://schemas.openxmlformats.org/officeDocument/2006/relationships/image" Target="../media/image66.png"/><Relationship Id="rId17" Type="http://schemas.openxmlformats.org/officeDocument/2006/relationships/image" Target="../media/image71.png"/><Relationship Id="rId25" Type="http://schemas.openxmlformats.org/officeDocument/2006/relationships/image" Target="../media/image79.png"/><Relationship Id="rId33" Type="http://schemas.openxmlformats.org/officeDocument/2006/relationships/image" Target="../media/image87.png"/><Relationship Id="rId38" Type="http://schemas.openxmlformats.org/officeDocument/2006/relationships/image" Target="../media/image9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107.png"/><Relationship Id="rId18" Type="http://schemas.openxmlformats.org/officeDocument/2006/relationships/image" Target="../media/image112.png"/><Relationship Id="rId3" Type="http://schemas.openxmlformats.org/officeDocument/2006/relationships/image" Target="../media/image98.png"/><Relationship Id="rId7" Type="http://schemas.openxmlformats.org/officeDocument/2006/relationships/image" Target="../media/image101.png"/><Relationship Id="rId12" Type="http://schemas.openxmlformats.org/officeDocument/2006/relationships/image" Target="../media/image106.png"/><Relationship Id="rId17" Type="http://schemas.openxmlformats.org/officeDocument/2006/relationships/image" Target="../media/image111.png"/><Relationship Id="rId2" Type="http://schemas.openxmlformats.org/officeDocument/2006/relationships/image" Target="../media/image97.png"/><Relationship Id="rId16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11" Type="http://schemas.openxmlformats.org/officeDocument/2006/relationships/image" Target="../media/image105.png"/><Relationship Id="rId5" Type="http://schemas.openxmlformats.org/officeDocument/2006/relationships/image" Target="../media/image99.png"/><Relationship Id="rId15" Type="http://schemas.openxmlformats.org/officeDocument/2006/relationships/image" Target="../media/image109.png"/><Relationship Id="rId10" Type="http://schemas.openxmlformats.org/officeDocument/2006/relationships/image" Target="../media/image104.png"/><Relationship Id="rId4" Type="http://schemas.openxmlformats.org/officeDocument/2006/relationships/image" Target="../media/image82.png"/><Relationship Id="rId9" Type="http://schemas.openxmlformats.org/officeDocument/2006/relationships/image" Target="../media/image103.png"/><Relationship Id="rId14" Type="http://schemas.openxmlformats.org/officeDocument/2006/relationships/image" Target="../media/image10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image" Target="../media/image82.png"/><Relationship Id="rId7" Type="http://schemas.openxmlformats.org/officeDocument/2006/relationships/image" Target="../media/image115.png"/><Relationship Id="rId12" Type="http://schemas.openxmlformats.org/officeDocument/2006/relationships/image" Target="../media/image120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11" Type="http://schemas.openxmlformats.org/officeDocument/2006/relationships/image" Target="../media/image119.png"/><Relationship Id="rId5" Type="http://schemas.openxmlformats.org/officeDocument/2006/relationships/image" Target="../media/image114.png"/><Relationship Id="rId10" Type="http://schemas.openxmlformats.org/officeDocument/2006/relationships/image" Target="../media/image118.png"/><Relationship Id="rId4" Type="http://schemas.openxmlformats.org/officeDocument/2006/relationships/image" Target="../media/image113.png"/><Relationship Id="rId9" Type="http://schemas.openxmlformats.org/officeDocument/2006/relationships/image" Target="../media/image117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2.png"/><Relationship Id="rId18" Type="http://schemas.openxmlformats.org/officeDocument/2006/relationships/image" Target="../media/image137.png"/><Relationship Id="rId26" Type="http://schemas.openxmlformats.org/officeDocument/2006/relationships/image" Target="../media/image144.png"/><Relationship Id="rId39" Type="http://schemas.openxmlformats.org/officeDocument/2006/relationships/image" Target="../media/image157.png"/><Relationship Id="rId21" Type="http://schemas.openxmlformats.org/officeDocument/2006/relationships/image" Target="../media/image140.png"/><Relationship Id="rId34" Type="http://schemas.openxmlformats.org/officeDocument/2006/relationships/image" Target="../media/image152.png"/><Relationship Id="rId42" Type="http://schemas.openxmlformats.org/officeDocument/2006/relationships/image" Target="../media/image160.png"/><Relationship Id="rId7" Type="http://schemas.openxmlformats.org/officeDocument/2006/relationships/image" Target="../media/image126.png"/><Relationship Id="rId2" Type="http://schemas.openxmlformats.org/officeDocument/2006/relationships/image" Target="../media/image121.png"/><Relationship Id="rId16" Type="http://schemas.openxmlformats.org/officeDocument/2006/relationships/image" Target="../media/image135.png"/><Relationship Id="rId20" Type="http://schemas.openxmlformats.org/officeDocument/2006/relationships/image" Target="../media/image139.png"/><Relationship Id="rId29" Type="http://schemas.openxmlformats.org/officeDocument/2006/relationships/image" Target="../media/image147.png"/><Relationship Id="rId41" Type="http://schemas.openxmlformats.org/officeDocument/2006/relationships/image" Target="../media/image1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5.png"/><Relationship Id="rId11" Type="http://schemas.openxmlformats.org/officeDocument/2006/relationships/image" Target="../media/image130.png"/><Relationship Id="rId24" Type="http://schemas.openxmlformats.org/officeDocument/2006/relationships/image" Target="../media/image98.png"/><Relationship Id="rId32" Type="http://schemas.openxmlformats.org/officeDocument/2006/relationships/image" Target="../media/image150.png"/><Relationship Id="rId37" Type="http://schemas.openxmlformats.org/officeDocument/2006/relationships/image" Target="../media/image155.png"/><Relationship Id="rId40" Type="http://schemas.openxmlformats.org/officeDocument/2006/relationships/image" Target="../media/image158.png"/><Relationship Id="rId5" Type="http://schemas.openxmlformats.org/officeDocument/2006/relationships/image" Target="../media/image124.png"/><Relationship Id="rId15" Type="http://schemas.openxmlformats.org/officeDocument/2006/relationships/image" Target="../media/image134.png"/><Relationship Id="rId23" Type="http://schemas.openxmlformats.org/officeDocument/2006/relationships/image" Target="../media/image142.png"/><Relationship Id="rId28" Type="http://schemas.openxmlformats.org/officeDocument/2006/relationships/image" Target="../media/image146.png"/><Relationship Id="rId36" Type="http://schemas.openxmlformats.org/officeDocument/2006/relationships/image" Target="../media/image154.png"/><Relationship Id="rId10" Type="http://schemas.openxmlformats.org/officeDocument/2006/relationships/image" Target="../media/image129.png"/><Relationship Id="rId19" Type="http://schemas.openxmlformats.org/officeDocument/2006/relationships/image" Target="../media/image138.png"/><Relationship Id="rId31" Type="http://schemas.openxmlformats.org/officeDocument/2006/relationships/image" Target="../media/image149.png"/><Relationship Id="rId4" Type="http://schemas.openxmlformats.org/officeDocument/2006/relationships/image" Target="../media/image123.png"/><Relationship Id="rId9" Type="http://schemas.openxmlformats.org/officeDocument/2006/relationships/image" Target="../media/image128.png"/><Relationship Id="rId14" Type="http://schemas.openxmlformats.org/officeDocument/2006/relationships/image" Target="../media/image133.png"/><Relationship Id="rId22" Type="http://schemas.openxmlformats.org/officeDocument/2006/relationships/image" Target="../media/image141.png"/><Relationship Id="rId27" Type="http://schemas.openxmlformats.org/officeDocument/2006/relationships/image" Target="../media/image145.png"/><Relationship Id="rId30" Type="http://schemas.openxmlformats.org/officeDocument/2006/relationships/image" Target="../media/image148.png"/><Relationship Id="rId35" Type="http://schemas.openxmlformats.org/officeDocument/2006/relationships/image" Target="../media/image153.png"/><Relationship Id="rId8" Type="http://schemas.openxmlformats.org/officeDocument/2006/relationships/image" Target="../media/image127.png"/><Relationship Id="rId3" Type="http://schemas.openxmlformats.org/officeDocument/2006/relationships/image" Target="../media/image122.png"/><Relationship Id="rId12" Type="http://schemas.openxmlformats.org/officeDocument/2006/relationships/image" Target="../media/image131.png"/><Relationship Id="rId17" Type="http://schemas.openxmlformats.org/officeDocument/2006/relationships/image" Target="../media/image136.png"/><Relationship Id="rId25" Type="http://schemas.openxmlformats.org/officeDocument/2006/relationships/image" Target="../media/image143.png"/><Relationship Id="rId33" Type="http://schemas.openxmlformats.org/officeDocument/2006/relationships/image" Target="../media/image151.png"/><Relationship Id="rId38" Type="http://schemas.openxmlformats.org/officeDocument/2006/relationships/image" Target="../media/image15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13" Type="http://schemas.openxmlformats.org/officeDocument/2006/relationships/image" Target="../media/image172.png"/><Relationship Id="rId3" Type="http://schemas.openxmlformats.org/officeDocument/2006/relationships/image" Target="../media/image162.png"/><Relationship Id="rId7" Type="http://schemas.openxmlformats.org/officeDocument/2006/relationships/image" Target="../media/image166.png"/><Relationship Id="rId12" Type="http://schemas.openxmlformats.org/officeDocument/2006/relationships/image" Target="../media/image171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5.png"/><Relationship Id="rId11" Type="http://schemas.openxmlformats.org/officeDocument/2006/relationships/image" Target="../media/image170.png"/><Relationship Id="rId5" Type="http://schemas.openxmlformats.org/officeDocument/2006/relationships/image" Target="../media/image164.png"/><Relationship Id="rId15" Type="http://schemas.openxmlformats.org/officeDocument/2006/relationships/image" Target="../media/image174.png"/><Relationship Id="rId10" Type="http://schemas.openxmlformats.org/officeDocument/2006/relationships/image" Target="../media/image169.png"/><Relationship Id="rId4" Type="http://schemas.openxmlformats.org/officeDocument/2006/relationships/image" Target="../media/image163.png"/><Relationship Id="rId9" Type="http://schemas.openxmlformats.org/officeDocument/2006/relationships/image" Target="../media/image168.png"/><Relationship Id="rId14" Type="http://schemas.openxmlformats.org/officeDocument/2006/relationships/image" Target="../media/image17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png"/><Relationship Id="rId13" Type="http://schemas.openxmlformats.org/officeDocument/2006/relationships/image" Target="../media/image184.png"/><Relationship Id="rId18" Type="http://schemas.openxmlformats.org/officeDocument/2006/relationships/image" Target="../media/image189.png"/><Relationship Id="rId3" Type="http://schemas.openxmlformats.org/officeDocument/2006/relationships/image" Target="../media/image122.png"/><Relationship Id="rId7" Type="http://schemas.openxmlformats.org/officeDocument/2006/relationships/image" Target="../media/image178.png"/><Relationship Id="rId12" Type="http://schemas.openxmlformats.org/officeDocument/2006/relationships/image" Target="../media/image183.png"/><Relationship Id="rId17" Type="http://schemas.openxmlformats.org/officeDocument/2006/relationships/image" Target="../media/image188.png"/><Relationship Id="rId2" Type="http://schemas.openxmlformats.org/officeDocument/2006/relationships/image" Target="../media/image65.png"/><Relationship Id="rId16" Type="http://schemas.openxmlformats.org/officeDocument/2006/relationships/image" Target="../media/image1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7.png"/><Relationship Id="rId11" Type="http://schemas.openxmlformats.org/officeDocument/2006/relationships/image" Target="../media/image182.png"/><Relationship Id="rId5" Type="http://schemas.openxmlformats.org/officeDocument/2006/relationships/image" Target="../media/image176.png"/><Relationship Id="rId15" Type="http://schemas.openxmlformats.org/officeDocument/2006/relationships/image" Target="../media/image186.png"/><Relationship Id="rId10" Type="http://schemas.openxmlformats.org/officeDocument/2006/relationships/image" Target="../media/image181.png"/><Relationship Id="rId4" Type="http://schemas.openxmlformats.org/officeDocument/2006/relationships/image" Target="../media/image175.png"/><Relationship Id="rId9" Type="http://schemas.openxmlformats.org/officeDocument/2006/relationships/image" Target="../media/image180.png"/><Relationship Id="rId14" Type="http://schemas.openxmlformats.org/officeDocument/2006/relationships/image" Target="../media/image18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5250" y="3705595"/>
            <a:ext cx="15050002" cy="1934812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00585" y="1855118"/>
            <a:ext cx="10301203" cy="2064403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-57075" y="9493784"/>
            <a:ext cx="18342789" cy="28571"/>
            <a:chOff x="-57075" y="9493784"/>
            <a:chExt cx="18342789" cy="28571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57075" y="9493784"/>
              <a:ext cx="18342789" cy="2857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148003" y="6059661"/>
            <a:ext cx="7475491" cy="3711386"/>
            <a:chOff x="5148003" y="6059661"/>
            <a:chExt cx="7475491" cy="3711386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48003" y="6059661"/>
              <a:ext cx="7475491" cy="371138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6095238" cy="10285714"/>
            <a:chOff x="0" y="0"/>
            <a:chExt cx="6095238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6095238" cy="10285714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5357" y="1069528"/>
            <a:ext cx="4636632" cy="1966671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7847619" y="2704708"/>
            <a:ext cx="9169066" cy="4990584"/>
            <a:chOff x="7847619" y="2704708"/>
            <a:chExt cx="9169066" cy="4990584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92502" y="3090270"/>
              <a:ext cx="424908" cy="584936"/>
            </a:xfrm>
            <a:prstGeom prst="rect">
              <a:avLst/>
            </a:prstGeom>
          </p:spPr>
        </p:pic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92502" y="4331708"/>
              <a:ext cx="479508" cy="584936"/>
            </a:xfrm>
            <a:prstGeom prst="rect">
              <a:avLst/>
            </a:prstGeom>
          </p:spPr>
        </p:pic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92502" y="5573156"/>
              <a:ext cx="480660" cy="584936"/>
            </a:xfrm>
            <a:prstGeom prst="rect">
              <a:avLst/>
            </a:prstGeom>
          </p:spPr>
        </p:pic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92502" y="6814603"/>
              <a:ext cx="489279" cy="584936"/>
            </a:xfrm>
            <a:prstGeom prst="rect">
              <a:avLst/>
            </a:prstGeom>
          </p:spPr>
        </p:pic>
        <p:grpSp>
          <p:nvGrpSpPr>
            <p:cNvPr id="1003" name="그룹 1003"/>
            <p:cNvGrpSpPr/>
            <p:nvPr/>
          </p:nvGrpSpPr>
          <p:grpSpPr>
            <a:xfrm>
              <a:off x="7847619" y="2704708"/>
              <a:ext cx="8761905" cy="24807"/>
              <a:chOff x="7847619" y="2704708"/>
              <a:chExt cx="8761905" cy="24807"/>
            </a:xfrm>
          </p:grpSpPr>
          <p:pic>
            <p:nvPicPr>
              <p:cNvPr id="12" name="Object 11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7847619" y="2704708"/>
                <a:ext cx="8761905" cy="24807"/>
              </a:xfrm>
              <a:prstGeom prst="rect">
                <a:avLst/>
              </a:prstGeom>
            </p:spPr>
          </p:pic>
        </p:grpSp>
        <p:grpSp>
          <p:nvGrpSpPr>
            <p:cNvPr id="1004" name="그룹 1004"/>
            <p:cNvGrpSpPr/>
            <p:nvPr/>
          </p:nvGrpSpPr>
          <p:grpSpPr>
            <a:xfrm>
              <a:off x="7847619" y="3946152"/>
              <a:ext cx="8761905" cy="24807"/>
              <a:chOff x="7847619" y="3946152"/>
              <a:chExt cx="8761905" cy="24807"/>
            </a:xfrm>
          </p:grpSpPr>
          <p:pic>
            <p:nvPicPr>
              <p:cNvPr id="15" name="Object 14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7847619" y="3946152"/>
                <a:ext cx="8761905" cy="24807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7847619" y="5187597"/>
              <a:ext cx="8761905" cy="24807"/>
              <a:chOff x="7847619" y="5187597"/>
              <a:chExt cx="8761905" cy="24807"/>
            </a:xfrm>
          </p:grpSpPr>
          <p:pic>
            <p:nvPicPr>
              <p:cNvPr id="18" name="Object 17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7847619" y="5187597"/>
                <a:ext cx="8761905" cy="24807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7847619" y="6429041"/>
              <a:ext cx="8761905" cy="24807"/>
              <a:chOff x="7847619" y="6429041"/>
              <a:chExt cx="8761905" cy="24807"/>
            </a:xfrm>
          </p:grpSpPr>
          <p:pic>
            <p:nvPicPr>
              <p:cNvPr id="21" name="Object 20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7847619" y="6429041"/>
                <a:ext cx="8761905" cy="24807"/>
              </a:xfrm>
              <a:prstGeom prst="rect">
                <a:avLst/>
              </a:prstGeom>
            </p:spPr>
          </p:pic>
        </p:grpSp>
        <p:grpSp>
          <p:nvGrpSpPr>
            <p:cNvPr id="1007" name="그룹 1007"/>
            <p:cNvGrpSpPr/>
            <p:nvPr/>
          </p:nvGrpSpPr>
          <p:grpSpPr>
            <a:xfrm>
              <a:off x="7847619" y="7670485"/>
              <a:ext cx="8761905" cy="24807"/>
              <a:chOff x="7847619" y="7670485"/>
              <a:chExt cx="8761905" cy="24807"/>
            </a:xfrm>
          </p:grpSpPr>
          <p:pic>
            <p:nvPicPr>
              <p:cNvPr id="24" name="Object 23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7847619" y="7670485"/>
                <a:ext cx="8761905" cy="24807"/>
              </a:xfrm>
              <a:prstGeom prst="rect">
                <a:avLst/>
              </a:prstGeom>
            </p:spPr>
          </p:pic>
        </p:grpSp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44887" y="3121058"/>
              <a:ext cx="1165739" cy="514272"/>
            </a:xfrm>
            <a:prstGeom prst="rect">
              <a:avLst/>
            </a:prstGeom>
          </p:spPr>
        </p:pic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447201" y="3209484"/>
              <a:ext cx="932559" cy="434435"/>
            </a:xfrm>
            <a:prstGeom prst="rect">
              <a:avLst/>
            </a:prstGeom>
          </p:spPr>
        </p:pic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944887" y="4362496"/>
              <a:ext cx="1165739" cy="514272"/>
            </a:xfrm>
            <a:prstGeom prst="rect">
              <a:avLst/>
            </a:prstGeom>
          </p:spPr>
        </p:pic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447239" y="4412229"/>
              <a:ext cx="2954473" cy="461416"/>
            </a:xfrm>
            <a:prstGeom prst="rect">
              <a:avLst/>
            </a:prstGeom>
          </p:spPr>
        </p:pic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944887" y="6833258"/>
              <a:ext cx="1165739" cy="546015"/>
            </a:xfrm>
            <a:prstGeom prst="rect">
              <a:avLst/>
            </a:prstGeom>
          </p:spPr>
        </p:pic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422191" y="6838972"/>
              <a:ext cx="2129768" cy="410149"/>
            </a:xfrm>
            <a:prstGeom prst="rect">
              <a:avLst/>
            </a:prstGeom>
          </p:spPr>
        </p:pic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925839" y="5583840"/>
              <a:ext cx="1363567" cy="451082"/>
            </a:xfrm>
            <a:prstGeom prst="rect">
              <a:avLst/>
            </a:prstGeom>
          </p:spPr>
        </p:pic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447239" y="5674248"/>
              <a:ext cx="2195444" cy="46141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947316" y="143468"/>
            <a:ext cx="2331230" cy="1021173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341050" y="143468"/>
            <a:ext cx="733325" cy="1020411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07216" y="9722858"/>
            <a:ext cx="9135968" cy="340121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259316" y="2312469"/>
            <a:ext cx="9661947" cy="4322905"/>
            <a:chOff x="259316" y="2312469"/>
            <a:chExt cx="9661947" cy="4322905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94851" y="3705119"/>
              <a:ext cx="1717785" cy="447776"/>
            </a:xfrm>
            <a:prstGeom prst="rect">
              <a:avLst/>
            </a:prstGeom>
          </p:spPr>
        </p:pic>
        <p:grpSp>
          <p:nvGrpSpPr>
            <p:cNvPr id="1002" name="그룹 1002"/>
            <p:cNvGrpSpPr/>
            <p:nvPr/>
          </p:nvGrpSpPr>
          <p:grpSpPr>
            <a:xfrm>
              <a:off x="259316" y="3018068"/>
              <a:ext cx="9661947" cy="3617307"/>
              <a:chOff x="259316" y="3018068"/>
              <a:chExt cx="9661947" cy="3617307"/>
            </a:xfrm>
          </p:grpSpPr>
          <p:pic>
            <p:nvPicPr>
              <p:cNvPr id="8" name="Object 7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-4422707" y="1043987"/>
                <a:ext cx="19323894" cy="7234614"/>
              </a:xfrm>
              <a:prstGeom prst="rect">
                <a:avLst/>
              </a:prstGeom>
            </p:spPr>
          </p:pic>
          <p:pic>
            <p:nvPicPr>
              <p:cNvPr id="9" name="Object 8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259316" y="3018068"/>
                <a:ext cx="9661947" cy="3617307"/>
              </a:xfrm>
              <a:prstGeom prst="rect">
                <a:avLst/>
              </a:prstGeom>
            </p:spPr>
          </p:pic>
        </p:grpSp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48772" y="3698043"/>
              <a:ext cx="943537" cy="447776"/>
            </a:xfrm>
            <a:prstGeom prst="rect">
              <a:avLst/>
            </a:prstGeom>
          </p:spPr>
        </p:pic>
        <p:grpSp>
          <p:nvGrpSpPr>
            <p:cNvPr id="1003" name="그룹 1003"/>
            <p:cNvGrpSpPr/>
            <p:nvPr/>
          </p:nvGrpSpPr>
          <p:grpSpPr>
            <a:xfrm>
              <a:off x="685490" y="3612323"/>
              <a:ext cx="8645679" cy="31290"/>
              <a:chOff x="685490" y="3612323"/>
              <a:chExt cx="8645679" cy="31290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685490" y="3612323"/>
                <a:ext cx="8645679" cy="31290"/>
              </a:xfrm>
              <a:prstGeom prst="rect">
                <a:avLst/>
              </a:prstGeom>
            </p:spPr>
          </p:pic>
        </p:grpSp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72152" y="3693933"/>
              <a:ext cx="538518" cy="447776"/>
            </a:xfrm>
            <a:prstGeom prst="rect">
              <a:avLst/>
            </a:prstGeom>
          </p:spPr>
        </p:pic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06943" y="3635921"/>
              <a:ext cx="462903" cy="670274"/>
            </a:xfrm>
            <a:prstGeom prst="rect">
              <a:avLst/>
            </a:prstGeom>
          </p:spPr>
        </p:pic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482" y="4975178"/>
              <a:ext cx="9381232" cy="1269984"/>
            </a:xfrm>
            <a:prstGeom prst="rect">
              <a:avLst/>
            </a:prstGeom>
          </p:spPr>
        </p:pic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34316" y="4300369"/>
              <a:ext cx="7151627" cy="807351"/>
            </a:xfrm>
            <a:prstGeom prst="rect">
              <a:avLst/>
            </a:prstGeom>
          </p:spPr>
        </p:pic>
        <p:grpSp>
          <p:nvGrpSpPr>
            <p:cNvPr id="1004" name="그룹 1004"/>
            <p:cNvGrpSpPr/>
            <p:nvPr/>
          </p:nvGrpSpPr>
          <p:grpSpPr>
            <a:xfrm>
              <a:off x="3940768" y="2312469"/>
              <a:ext cx="1976796" cy="1976796"/>
              <a:chOff x="3940768" y="2312469"/>
              <a:chExt cx="1976796" cy="1976796"/>
            </a:xfrm>
          </p:grpSpPr>
          <p:pic>
            <p:nvPicPr>
              <p:cNvPr id="20" name="Object 19"/>
              <p:cNvPicPr>
                <a:picLocks noChangeAspect="1"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3940768" y="2312469"/>
                <a:ext cx="1976796" cy="1976796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2958917" y="6123678"/>
              <a:ext cx="6753640" cy="42979"/>
              <a:chOff x="2958917" y="6123678"/>
              <a:chExt cx="6753640" cy="42979"/>
            </a:xfrm>
          </p:grpSpPr>
          <p:pic>
            <p:nvPicPr>
              <p:cNvPr id="23" name="Object 22"/>
              <p:cNvPicPr>
                <a:picLocks noChangeAspect="1"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2958917" y="6123678"/>
                <a:ext cx="6753640" cy="42979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685490" y="4118755"/>
              <a:ext cx="8645679" cy="31290"/>
              <a:chOff x="685490" y="4118755"/>
              <a:chExt cx="8645679" cy="31290"/>
            </a:xfrm>
          </p:grpSpPr>
          <p:pic>
            <p:nvPicPr>
              <p:cNvPr id="26" name="Object 25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685490" y="4118755"/>
                <a:ext cx="8645679" cy="31290"/>
              </a:xfrm>
              <a:prstGeom prst="rect">
                <a:avLst/>
              </a:prstGeom>
            </p:spPr>
          </p:pic>
        </p:grpSp>
      </p:grpSp>
      <p:grpSp>
        <p:nvGrpSpPr>
          <p:cNvPr id="1007" name="그룹 1007"/>
          <p:cNvGrpSpPr/>
          <p:nvPr/>
        </p:nvGrpSpPr>
        <p:grpSpPr>
          <a:xfrm>
            <a:off x="284284" y="7323538"/>
            <a:ext cx="9661947" cy="3683860"/>
            <a:chOff x="284284" y="7323538"/>
            <a:chExt cx="9661947" cy="3683860"/>
          </a:xfrm>
        </p:grpSpPr>
        <p:grpSp>
          <p:nvGrpSpPr>
            <p:cNvPr id="1008" name="그룹 1008"/>
            <p:cNvGrpSpPr/>
            <p:nvPr/>
          </p:nvGrpSpPr>
          <p:grpSpPr>
            <a:xfrm>
              <a:off x="284284" y="7323538"/>
              <a:ext cx="9661947" cy="3683860"/>
              <a:chOff x="284284" y="7323538"/>
              <a:chExt cx="9661947" cy="3683860"/>
            </a:xfrm>
          </p:grpSpPr>
          <p:grpSp>
            <p:nvGrpSpPr>
              <p:cNvPr id="1009" name="그룹 1009"/>
              <p:cNvGrpSpPr/>
              <p:nvPr/>
            </p:nvGrpSpPr>
            <p:grpSpPr>
              <a:xfrm>
                <a:off x="284284" y="7390091"/>
                <a:ext cx="9661947" cy="3617307"/>
                <a:chOff x="284284" y="7390091"/>
                <a:chExt cx="9661947" cy="3617307"/>
              </a:xfrm>
            </p:grpSpPr>
            <p:pic>
              <p:nvPicPr>
                <p:cNvPr id="32" name="Object 31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-4397739" y="5416010"/>
                  <a:ext cx="19323894" cy="7234614"/>
                </a:xfrm>
                <a:prstGeom prst="rect">
                  <a:avLst/>
                </a:prstGeom>
              </p:spPr>
            </p:pic>
            <p:pic>
              <p:nvPicPr>
                <p:cNvPr id="33" name="Object 32"/>
                <p:cNvPicPr>
                  <a:picLocks noChangeAspect="1"/>
                </p:cNvPicPr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284284" y="7390091"/>
                  <a:ext cx="9661947" cy="3617307"/>
                </a:xfrm>
                <a:prstGeom prst="rect">
                  <a:avLst/>
                </a:prstGeom>
              </p:spPr>
            </p:pic>
          </p:grpSp>
          <p:grpSp>
            <p:nvGrpSpPr>
              <p:cNvPr id="1010" name="그룹 1010"/>
              <p:cNvGrpSpPr/>
              <p:nvPr/>
            </p:nvGrpSpPr>
            <p:grpSpPr>
              <a:xfrm>
                <a:off x="710458" y="8017959"/>
                <a:ext cx="8645679" cy="31290"/>
                <a:chOff x="710458" y="8017959"/>
                <a:chExt cx="8645679" cy="31290"/>
              </a:xfrm>
            </p:grpSpPr>
            <p:pic>
              <p:nvPicPr>
                <p:cNvPr id="36" name="Object 35"/>
                <p:cNvPicPr>
                  <a:picLocks noChangeAspect="1"/>
                </p:cNvPicPr>
                <p:nvPr/>
              </p:nvPicPr>
              <p:blipFill>
                <a:blip r:embed="rId9" cstate="print"/>
                <a:stretch>
                  <a:fillRect/>
                </a:stretch>
              </p:blipFill>
              <p:spPr>
                <a:xfrm>
                  <a:off x="710458" y="8017959"/>
                  <a:ext cx="8645679" cy="31290"/>
                </a:xfrm>
                <a:prstGeom prst="rect">
                  <a:avLst/>
                </a:prstGeom>
              </p:spPr>
            </p:pic>
          </p:grpSp>
          <p:pic>
            <p:nvPicPr>
              <p:cNvPr id="38" name="Object 37"/>
              <p:cNvPicPr>
                <a:picLocks noChangeAspect="1"/>
              </p:cNvPicPr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477450" y="9380814"/>
                <a:ext cx="7922918" cy="1269984"/>
              </a:xfrm>
              <a:prstGeom prst="rect">
                <a:avLst/>
              </a:prstGeom>
            </p:spPr>
          </p:pic>
          <p:pic>
            <p:nvPicPr>
              <p:cNvPr id="39" name="Object 38"/>
              <p:cNvPicPr>
                <a:picLocks noChangeAspect="1"/>
              </p:cNvPicPr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1359288" y="8706003"/>
                <a:ext cx="6356931" cy="807350"/>
              </a:xfrm>
              <a:prstGeom prst="rect">
                <a:avLst/>
              </a:prstGeom>
            </p:spPr>
          </p:pic>
          <p:grpSp>
            <p:nvGrpSpPr>
              <p:cNvPr id="1011" name="그룹 1011"/>
              <p:cNvGrpSpPr/>
              <p:nvPr/>
            </p:nvGrpSpPr>
            <p:grpSpPr>
              <a:xfrm>
                <a:off x="511603" y="10562232"/>
                <a:ext cx="5783525" cy="42979"/>
                <a:chOff x="511603" y="10562232"/>
                <a:chExt cx="5783525" cy="42979"/>
              </a:xfrm>
            </p:grpSpPr>
            <p:pic>
              <p:nvPicPr>
                <p:cNvPr id="41" name="Object 40"/>
                <p:cNvPicPr>
                  <a:picLocks noChangeAspect="1"/>
                </p:cNvPicPr>
                <p:nvPr/>
              </p:nvPicPr>
              <p:blipFill>
                <a:blip r:embed="rId18" cstate="print"/>
                <a:stretch>
                  <a:fillRect/>
                </a:stretch>
              </p:blipFill>
              <p:spPr>
                <a:xfrm>
                  <a:off x="-2377354" y="10543547"/>
                  <a:ext cx="11567050" cy="85959"/>
                </a:xfrm>
                <a:prstGeom prst="rect">
                  <a:avLst/>
                </a:prstGeom>
              </p:spPr>
            </p:pic>
            <p:pic>
              <p:nvPicPr>
                <p:cNvPr id="42" name="Object 41"/>
                <p:cNvPicPr>
                  <a:picLocks noChangeAspect="1"/>
                </p:cNvPicPr>
                <p:nvPr/>
              </p:nvPicPr>
              <p:blipFill>
                <a:blip r:embed="rId19" cstate="print"/>
                <a:stretch>
                  <a:fillRect/>
                </a:stretch>
              </p:blipFill>
              <p:spPr>
                <a:xfrm>
                  <a:off x="511603" y="10562232"/>
                  <a:ext cx="5783525" cy="42979"/>
                </a:xfrm>
                <a:prstGeom prst="rect">
                  <a:avLst/>
                </a:prstGeom>
              </p:spPr>
            </p:pic>
          </p:grpSp>
          <p:grpSp>
            <p:nvGrpSpPr>
              <p:cNvPr id="1012" name="그룹 1012"/>
              <p:cNvGrpSpPr/>
              <p:nvPr/>
            </p:nvGrpSpPr>
            <p:grpSpPr>
              <a:xfrm>
                <a:off x="710458" y="8524392"/>
                <a:ext cx="8645679" cy="31290"/>
                <a:chOff x="710458" y="8524392"/>
                <a:chExt cx="8645679" cy="31290"/>
              </a:xfrm>
            </p:grpSpPr>
            <p:pic>
              <p:nvPicPr>
                <p:cNvPr id="45" name="Object 44"/>
                <p:cNvPicPr>
                  <a:picLocks noChangeAspect="1"/>
                </p:cNvPicPr>
                <p:nvPr/>
              </p:nvPicPr>
              <p:blipFill>
                <a:blip r:embed="rId9" cstate="print"/>
                <a:stretch>
                  <a:fillRect/>
                </a:stretch>
              </p:blipFill>
              <p:spPr>
                <a:xfrm>
                  <a:off x="710458" y="8524392"/>
                  <a:ext cx="8645679" cy="31290"/>
                </a:xfrm>
                <a:prstGeom prst="rect">
                  <a:avLst/>
                </a:prstGeom>
              </p:spPr>
            </p:pic>
          </p:grpSp>
          <p:grpSp>
            <p:nvGrpSpPr>
              <p:cNvPr id="1013" name="그룹 1013"/>
              <p:cNvGrpSpPr/>
              <p:nvPr/>
            </p:nvGrpSpPr>
            <p:grpSpPr>
              <a:xfrm>
                <a:off x="4735217" y="10141074"/>
                <a:ext cx="3436615" cy="42979"/>
                <a:chOff x="4735217" y="10141074"/>
                <a:chExt cx="3436615" cy="42979"/>
              </a:xfrm>
            </p:grpSpPr>
            <p:pic>
              <p:nvPicPr>
                <p:cNvPr id="48" name="Object 47"/>
                <p:cNvPicPr>
                  <a:picLocks noChangeAspect="1"/>
                </p:cNvPicPr>
                <p:nvPr/>
              </p:nvPicPr>
              <p:blipFill>
                <a:blip r:embed="rId20" cstate="print"/>
                <a:stretch>
                  <a:fillRect/>
                </a:stretch>
              </p:blipFill>
              <p:spPr>
                <a:xfrm>
                  <a:off x="3019715" y="10122389"/>
                  <a:ext cx="6873230" cy="85959"/>
                </a:xfrm>
                <a:prstGeom prst="rect">
                  <a:avLst/>
                </a:prstGeom>
              </p:spPr>
            </p:pic>
            <p:pic>
              <p:nvPicPr>
                <p:cNvPr id="49" name="Object 48"/>
                <p:cNvPicPr>
                  <a:picLocks noChangeAspect="1"/>
                </p:cNvPicPr>
                <p:nvPr/>
              </p:nvPicPr>
              <p:blipFill>
                <a:blip r:embed="rId21" cstate="print"/>
                <a:stretch>
                  <a:fillRect/>
                </a:stretch>
              </p:blipFill>
              <p:spPr>
                <a:xfrm>
                  <a:off x="4735217" y="10141074"/>
                  <a:ext cx="3436615" cy="42979"/>
                </a:xfrm>
                <a:prstGeom prst="rect">
                  <a:avLst/>
                </a:prstGeom>
              </p:spPr>
            </p:pic>
          </p:grpSp>
          <p:grpSp>
            <p:nvGrpSpPr>
              <p:cNvPr id="1014" name="그룹 1014"/>
              <p:cNvGrpSpPr/>
              <p:nvPr/>
            </p:nvGrpSpPr>
            <p:grpSpPr>
              <a:xfrm>
                <a:off x="3940578" y="7323538"/>
                <a:ext cx="2185440" cy="798069"/>
                <a:chOff x="3940578" y="7323538"/>
                <a:chExt cx="2185440" cy="798069"/>
              </a:xfrm>
            </p:grpSpPr>
            <p:pic>
              <p:nvPicPr>
                <p:cNvPr id="52" name="Object 51"/>
                <p:cNvPicPr>
                  <a:picLocks noChangeAspect="1"/>
                </p:cNvPicPr>
                <p:nvPr/>
              </p:nvPicPr>
              <p:blipFill>
                <a:blip r:embed="rId22" cstate="print"/>
                <a:stretch>
                  <a:fillRect/>
                </a:stretch>
              </p:blipFill>
              <p:spPr>
                <a:xfrm>
                  <a:off x="3940578" y="7323538"/>
                  <a:ext cx="2185440" cy="798069"/>
                </a:xfrm>
                <a:prstGeom prst="rect">
                  <a:avLst/>
                </a:prstGeom>
              </p:spPr>
            </p:pic>
          </p:grpSp>
        </p:grpSp>
        <p:pic>
          <p:nvPicPr>
            <p:cNvPr id="55" name="Object 54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340448" y="8103676"/>
              <a:ext cx="1044642" cy="447776"/>
            </a:xfrm>
            <a:prstGeom prst="rect">
              <a:avLst/>
            </a:prstGeom>
          </p:spPr>
        </p:pic>
        <p:pic>
          <p:nvPicPr>
            <p:cNvPr id="56" name="Object 55"/>
            <p:cNvPicPr>
              <a:picLocks noChangeAspect="1"/>
            </p:cNvPicPr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697120" y="8099569"/>
              <a:ext cx="538566" cy="447776"/>
            </a:xfrm>
            <a:prstGeom prst="rect">
              <a:avLst/>
            </a:prstGeom>
          </p:spPr>
        </p:pic>
        <p:pic>
          <p:nvPicPr>
            <p:cNvPr id="57" name="Object 56"/>
            <p:cNvPicPr>
              <a:picLocks noChangeAspect="1"/>
            </p:cNvPicPr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393815" y="8041557"/>
              <a:ext cx="462932" cy="670274"/>
            </a:xfrm>
            <a:prstGeom prst="rect">
              <a:avLst/>
            </a:prstGeom>
          </p:spPr>
        </p:pic>
        <p:pic>
          <p:nvPicPr>
            <p:cNvPr id="58" name="Object 57"/>
            <p:cNvPicPr>
              <a:picLocks noChangeAspect="1"/>
            </p:cNvPicPr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419817" y="8110752"/>
              <a:ext cx="1717699" cy="447776"/>
            </a:xfrm>
            <a:prstGeom prst="rect">
              <a:avLst/>
            </a:prstGeom>
          </p:spPr>
        </p:pic>
      </p:grpSp>
      <p:pic>
        <p:nvPicPr>
          <p:cNvPr id="60" name="Object 59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9523137" y="8840901"/>
            <a:ext cx="943537" cy="447776"/>
          </a:xfrm>
          <a:prstGeom prst="rect">
            <a:avLst/>
          </a:prstGeom>
        </p:spPr>
      </p:pic>
      <p:pic>
        <p:nvPicPr>
          <p:cNvPr id="61" name="Object 60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646517" y="8836790"/>
            <a:ext cx="538518" cy="447776"/>
          </a:xfrm>
          <a:prstGeom prst="rect">
            <a:avLst/>
          </a:prstGeom>
        </p:spPr>
      </p:pic>
      <p:pic>
        <p:nvPicPr>
          <p:cNvPr id="62" name="Object 61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0381307" y="8778778"/>
            <a:ext cx="462903" cy="670274"/>
          </a:xfrm>
          <a:prstGeom prst="rect">
            <a:avLst/>
          </a:prstGeom>
        </p:spPr>
      </p:pic>
      <p:grpSp>
        <p:nvGrpSpPr>
          <p:cNvPr id="1015" name="그룹 1015"/>
          <p:cNvGrpSpPr/>
          <p:nvPr/>
        </p:nvGrpSpPr>
        <p:grpSpPr>
          <a:xfrm>
            <a:off x="8233680" y="8127311"/>
            <a:ext cx="9661947" cy="3617307"/>
            <a:chOff x="8233680" y="8127311"/>
            <a:chExt cx="9661947" cy="3617307"/>
          </a:xfrm>
        </p:grpSpPr>
        <p:pic>
          <p:nvPicPr>
            <p:cNvPr id="64" name="Object 63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51658" y="6153231"/>
              <a:ext cx="19323894" cy="7234614"/>
            </a:xfrm>
            <a:prstGeom prst="rect">
              <a:avLst/>
            </a:prstGeom>
          </p:spPr>
        </p:pic>
        <p:pic>
          <p:nvPicPr>
            <p:cNvPr id="65" name="Object 64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33680" y="8127311"/>
              <a:ext cx="9661947" cy="3617307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8659854" y="8755180"/>
            <a:ext cx="8645679" cy="31290"/>
            <a:chOff x="8659854" y="8755180"/>
            <a:chExt cx="8645679" cy="31290"/>
          </a:xfrm>
        </p:grpSpPr>
        <p:pic>
          <p:nvPicPr>
            <p:cNvPr id="68" name="Object 6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59854" y="8755180"/>
              <a:ext cx="8645679" cy="31290"/>
            </a:xfrm>
            <a:prstGeom prst="rect">
              <a:avLst/>
            </a:prstGeom>
          </p:spPr>
        </p:pic>
      </p:grpSp>
      <p:pic>
        <p:nvPicPr>
          <p:cNvPr id="70" name="Object 69"/>
          <p:cNvPicPr>
            <a:picLocks noChangeAspect="1"/>
          </p:cNvPicPr>
          <p:nvPr/>
        </p:nvPicPr>
        <p:blipFill>
          <a:blip r:embed="rId27" cstate="print"/>
          <a:stretch>
            <a:fillRect/>
          </a:stretch>
        </p:blipFill>
        <p:spPr>
          <a:xfrm>
            <a:off x="14369215" y="8847976"/>
            <a:ext cx="1717785" cy="447776"/>
          </a:xfrm>
          <a:prstGeom prst="rect">
            <a:avLst/>
          </a:prstGeom>
        </p:spPr>
      </p:pic>
      <p:pic>
        <p:nvPicPr>
          <p:cNvPr id="71" name="Object 70"/>
          <p:cNvPicPr>
            <a:picLocks noChangeAspect="1"/>
          </p:cNvPicPr>
          <p:nvPr/>
        </p:nvPicPr>
        <p:blipFill>
          <a:blip r:embed="rId28" cstate="print"/>
          <a:stretch>
            <a:fillRect/>
          </a:stretch>
        </p:blipFill>
        <p:spPr>
          <a:xfrm>
            <a:off x="8322926" y="10014108"/>
            <a:ext cx="9581025" cy="1594054"/>
          </a:xfrm>
          <a:prstGeom prst="rect">
            <a:avLst/>
          </a:prstGeom>
        </p:spPr>
      </p:pic>
      <p:pic>
        <p:nvPicPr>
          <p:cNvPr id="72" name="Object 71"/>
          <p:cNvPicPr>
            <a:picLocks noChangeAspect="1"/>
          </p:cNvPicPr>
          <p:nvPr/>
        </p:nvPicPr>
        <p:blipFill>
          <a:blip r:embed="rId29" cstate="print"/>
          <a:stretch>
            <a:fillRect/>
          </a:stretch>
        </p:blipFill>
        <p:spPr>
          <a:xfrm>
            <a:off x="9354015" y="9371486"/>
            <a:ext cx="7542969" cy="807350"/>
          </a:xfrm>
          <a:prstGeom prst="rect">
            <a:avLst/>
          </a:prstGeom>
        </p:spPr>
      </p:pic>
      <p:grpSp>
        <p:nvGrpSpPr>
          <p:cNvPr id="1017" name="그룹 1017"/>
          <p:cNvGrpSpPr/>
          <p:nvPr/>
        </p:nvGrpSpPr>
        <p:grpSpPr>
          <a:xfrm>
            <a:off x="8659854" y="9261612"/>
            <a:ext cx="8645679" cy="31290"/>
            <a:chOff x="8659854" y="9261612"/>
            <a:chExt cx="8645679" cy="31290"/>
          </a:xfrm>
        </p:grpSpPr>
        <p:pic>
          <p:nvPicPr>
            <p:cNvPr id="74" name="Object 7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59854" y="9261612"/>
              <a:ext cx="8645679" cy="31290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11632728" y="8121606"/>
            <a:ext cx="2863851" cy="602916"/>
            <a:chOff x="11632728" y="8121606"/>
            <a:chExt cx="2863851" cy="602916"/>
          </a:xfrm>
        </p:grpSpPr>
        <p:pic>
          <p:nvPicPr>
            <p:cNvPr id="77" name="Object 76"/>
            <p:cNvPicPr>
              <a:picLocks noChangeAspect="1"/>
            </p:cNvPicPr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1632728" y="8121606"/>
              <a:ext cx="2863851" cy="602916"/>
            </a:xfrm>
            <a:prstGeom prst="rect">
              <a:avLst/>
            </a:prstGeom>
          </p:spPr>
        </p:pic>
      </p:grpSp>
      <p:grpSp>
        <p:nvGrpSpPr>
          <p:cNvPr id="1019" name="그룹 1019"/>
          <p:cNvGrpSpPr/>
          <p:nvPr/>
        </p:nvGrpSpPr>
        <p:grpSpPr>
          <a:xfrm>
            <a:off x="8233680" y="3508867"/>
            <a:ext cx="9661947" cy="3830114"/>
            <a:chOff x="8233680" y="3508867"/>
            <a:chExt cx="9661947" cy="3830114"/>
          </a:xfrm>
        </p:grpSpPr>
        <p:grpSp>
          <p:nvGrpSpPr>
            <p:cNvPr id="1020" name="그룹 1020"/>
            <p:cNvGrpSpPr/>
            <p:nvPr/>
          </p:nvGrpSpPr>
          <p:grpSpPr>
            <a:xfrm>
              <a:off x="8233680" y="3721675"/>
              <a:ext cx="9661947" cy="3617307"/>
              <a:chOff x="8233680" y="3721675"/>
              <a:chExt cx="9661947" cy="3617307"/>
            </a:xfrm>
          </p:grpSpPr>
          <p:pic>
            <p:nvPicPr>
              <p:cNvPr id="81" name="Object 80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3551658" y="1747594"/>
                <a:ext cx="19323894" cy="7234614"/>
              </a:xfrm>
              <a:prstGeom prst="rect">
                <a:avLst/>
              </a:prstGeom>
            </p:spPr>
          </p:pic>
          <p:pic>
            <p:nvPicPr>
              <p:cNvPr id="82" name="Object 81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233680" y="3721675"/>
                <a:ext cx="9661947" cy="3617307"/>
              </a:xfrm>
              <a:prstGeom prst="rect">
                <a:avLst/>
              </a:prstGeom>
            </p:spPr>
          </p:pic>
        </p:grpSp>
        <p:grpSp>
          <p:nvGrpSpPr>
            <p:cNvPr id="1021" name="그룹 1021"/>
            <p:cNvGrpSpPr/>
            <p:nvPr/>
          </p:nvGrpSpPr>
          <p:grpSpPr>
            <a:xfrm>
              <a:off x="8659854" y="4349543"/>
              <a:ext cx="8645679" cy="31290"/>
              <a:chOff x="8659854" y="4349543"/>
              <a:chExt cx="8645679" cy="31290"/>
            </a:xfrm>
          </p:grpSpPr>
          <p:pic>
            <p:nvPicPr>
              <p:cNvPr id="85" name="Object 84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8659854" y="4349543"/>
                <a:ext cx="8645679" cy="31290"/>
              </a:xfrm>
              <a:prstGeom prst="rect">
                <a:avLst/>
              </a:prstGeom>
            </p:spPr>
          </p:pic>
        </p:grpSp>
        <p:pic>
          <p:nvPicPr>
            <p:cNvPr id="87" name="Object 86"/>
            <p:cNvPicPr>
              <a:picLocks noChangeAspect="1"/>
            </p:cNvPicPr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4369215" y="4442339"/>
              <a:ext cx="1717785" cy="447776"/>
            </a:xfrm>
            <a:prstGeom prst="rect">
              <a:avLst/>
            </a:prstGeom>
          </p:spPr>
        </p:pic>
        <p:pic>
          <p:nvPicPr>
            <p:cNvPr id="88" name="Object 87"/>
            <p:cNvPicPr>
              <a:picLocks noChangeAspect="1"/>
            </p:cNvPicPr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418164" y="5608470"/>
              <a:ext cx="9392597" cy="1594054"/>
            </a:xfrm>
            <a:prstGeom prst="rect">
              <a:avLst/>
            </a:prstGeom>
          </p:spPr>
        </p:pic>
        <p:pic>
          <p:nvPicPr>
            <p:cNvPr id="89" name="Object 88"/>
            <p:cNvPicPr>
              <a:picLocks noChangeAspect="1"/>
            </p:cNvPicPr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308678" y="5037594"/>
              <a:ext cx="6961264" cy="807350"/>
            </a:xfrm>
            <a:prstGeom prst="rect">
              <a:avLst/>
            </a:prstGeom>
          </p:spPr>
        </p:pic>
        <p:grpSp>
          <p:nvGrpSpPr>
            <p:cNvPr id="1022" name="그룹 1022"/>
            <p:cNvGrpSpPr/>
            <p:nvPr/>
          </p:nvGrpSpPr>
          <p:grpSpPr>
            <a:xfrm>
              <a:off x="8461020" y="6786178"/>
              <a:ext cx="4861119" cy="42979"/>
              <a:chOff x="8461020" y="6786178"/>
              <a:chExt cx="4861119" cy="42979"/>
            </a:xfrm>
          </p:grpSpPr>
          <p:pic>
            <p:nvPicPr>
              <p:cNvPr id="91" name="Object 90"/>
              <p:cNvPicPr>
                <a:picLocks noChangeAspect="1"/>
              </p:cNvPicPr>
              <p:nvPr/>
            </p:nvPicPr>
            <p:blipFill>
              <a:blip r:embed="rId33" cstate="print"/>
              <a:stretch>
                <a:fillRect/>
              </a:stretch>
            </p:blipFill>
            <p:spPr>
              <a:xfrm>
                <a:off x="8461020" y="6786178"/>
                <a:ext cx="4861119" cy="42979"/>
              </a:xfrm>
              <a:prstGeom prst="rect">
                <a:avLst/>
              </a:prstGeom>
            </p:spPr>
          </p:pic>
        </p:grpSp>
        <p:grpSp>
          <p:nvGrpSpPr>
            <p:cNvPr id="1023" name="그룹 1023"/>
            <p:cNvGrpSpPr/>
            <p:nvPr/>
          </p:nvGrpSpPr>
          <p:grpSpPr>
            <a:xfrm>
              <a:off x="8659854" y="4855975"/>
              <a:ext cx="8645679" cy="31290"/>
              <a:chOff x="8659854" y="4855975"/>
              <a:chExt cx="8645679" cy="31290"/>
            </a:xfrm>
          </p:grpSpPr>
          <p:pic>
            <p:nvPicPr>
              <p:cNvPr id="94" name="Object 93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8659854" y="4855975"/>
                <a:ext cx="8645679" cy="31290"/>
              </a:xfrm>
              <a:prstGeom prst="rect">
                <a:avLst/>
              </a:prstGeom>
            </p:spPr>
          </p:pic>
        </p:grpSp>
        <p:grpSp>
          <p:nvGrpSpPr>
            <p:cNvPr id="1024" name="그룹 1024"/>
            <p:cNvGrpSpPr/>
            <p:nvPr/>
          </p:nvGrpSpPr>
          <p:grpSpPr>
            <a:xfrm>
              <a:off x="11232338" y="3508867"/>
              <a:ext cx="3994812" cy="1098573"/>
              <a:chOff x="11232338" y="3508867"/>
              <a:chExt cx="3994812" cy="1098573"/>
            </a:xfrm>
          </p:grpSpPr>
          <p:pic>
            <p:nvPicPr>
              <p:cNvPr id="97" name="Object 96"/>
              <p:cNvPicPr>
                <a:picLocks noChangeAspect="1"/>
              </p:cNvPicPr>
              <p:nvPr/>
            </p:nvPicPr>
            <p:blipFill>
              <a:blip r:embed="rId34" cstate="print"/>
              <a:stretch>
                <a:fillRect/>
              </a:stretch>
            </p:blipFill>
            <p:spPr>
              <a:xfrm>
                <a:off x="11232338" y="3508867"/>
                <a:ext cx="3994812" cy="1098573"/>
              </a:xfrm>
              <a:prstGeom prst="rect">
                <a:avLst/>
              </a:prstGeom>
            </p:spPr>
          </p:pic>
        </p:grpSp>
        <p:grpSp>
          <p:nvGrpSpPr>
            <p:cNvPr id="1025" name="그룹 1025"/>
            <p:cNvGrpSpPr/>
            <p:nvPr/>
          </p:nvGrpSpPr>
          <p:grpSpPr>
            <a:xfrm>
              <a:off x="13244896" y="6339518"/>
              <a:ext cx="4554287" cy="42979"/>
              <a:chOff x="13244896" y="6339518"/>
              <a:chExt cx="4554287" cy="42979"/>
            </a:xfrm>
          </p:grpSpPr>
          <p:pic>
            <p:nvPicPr>
              <p:cNvPr id="100" name="Object 99"/>
              <p:cNvPicPr>
                <a:picLocks noChangeAspect="1"/>
              </p:cNvPicPr>
              <p:nvPr/>
            </p:nvPicPr>
            <p:blipFill>
              <a:blip r:embed="rId35" cstate="print"/>
              <a:stretch>
                <a:fillRect/>
              </a:stretch>
            </p:blipFill>
            <p:spPr>
              <a:xfrm>
                <a:off x="13244896" y="6339518"/>
                <a:ext cx="4554287" cy="42979"/>
              </a:xfrm>
              <a:prstGeom prst="rect">
                <a:avLst/>
              </a:prstGeom>
            </p:spPr>
          </p:pic>
        </p:grpSp>
      </p:grpSp>
      <p:pic>
        <p:nvPicPr>
          <p:cNvPr id="103" name="Object 102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9523137" y="4435264"/>
            <a:ext cx="943537" cy="447776"/>
          </a:xfrm>
          <a:prstGeom prst="rect">
            <a:avLst/>
          </a:prstGeom>
        </p:spPr>
      </p:pic>
      <p:pic>
        <p:nvPicPr>
          <p:cNvPr id="104" name="Object 103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646517" y="4431153"/>
            <a:ext cx="538518" cy="447776"/>
          </a:xfrm>
          <a:prstGeom prst="rect">
            <a:avLst/>
          </a:prstGeom>
        </p:spPr>
      </p:pic>
      <p:pic>
        <p:nvPicPr>
          <p:cNvPr id="105" name="Object 104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0381307" y="4373141"/>
            <a:ext cx="462903" cy="670274"/>
          </a:xfrm>
          <a:prstGeom prst="rect">
            <a:avLst/>
          </a:prstGeom>
        </p:spPr>
      </p:pic>
      <p:grpSp>
        <p:nvGrpSpPr>
          <p:cNvPr id="1026" name="그룹 1026"/>
          <p:cNvGrpSpPr/>
          <p:nvPr/>
        </p:nvGrpSpPr>
        <p:grpSpPr>
          <a:xfrm>
            <a:off x="9556511" y="8878308"/>
            <a:ext cx="1768730" cy="320773"/>
            <a:chOff x="9556511" y="8878308"/>
            <a:chExt cx="1768730" cy="320773"/>
          </a:xfrm>
        </p:grpSpPr>
        <p:pic>
          <p:nvPicPr>
            <p:cNvPr id="107" name="Object 106"/>
            <p:cNvPicPr>
              <a:picLocks noChangeAspect="1"/>
            </p:cNvPicPr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523137" y="8851427"/>
              <a:ext cx="1044642" cy="447776"/>
            </a:xfrm>
            <a:prstGeom prst="rect">
              <a:avLst/>
            </a:prstGeom>
          </p:spPr>
        </p:pic>
        <p:pic>
          <p:nvPicPr>
            <p:cNvPr id="108" name="Object 107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879808" y="8847321"/>
              <a:ext cx="538518" cy="447776"/>
            </a:xfrm>
            <a:prstGeom prst="rect">
              <a:avLst/>
            </a:prstGeom>
          </p:spPr>
        </p:pic>
        <p:pic>
          <p:nvPicPr>
            <p:cNvPr id="109" name="Object 108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576503" y="8789308"/>
              <a:ext cx="462903" cy="670274"/>
            </a:xfrm>
            <a:prstGeom prst="rect">
              <a:avLst/>
            </a:prstGeom>
          </p:spPr>
        </p:pic>
      </p:grpSp>
      <p:pic>
        <p:nvPicPr>
          <p:cNvPr id="111" name="Object 110"/>
          <p:cNvPicPr>
            <a:picLocks noChangeAspect="1"/>
          </p:cNvPicPr>
          <p:nvPr/>
        </p:nvPicPr>
        <p:blipFill>
          <a:blip r:embed="rId37" cstate="print"/>
          <a:stretch>
            <a:fillRect/>
          </a:stretch>
        </p:blipFill>
        <p:spPr>
          <a:xfrm>
            <a:off x="-486795" y="481171"/>
            <a:ext cx="14339743" cy="18161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6056375" y="9674726"/>
            <a:ext cx="2051285" cy="441815"/>
            <a:chOff x="16056375" y="9674726"/>
            <a:chExt cx="2051285" cy="441815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56375" y="9674726"/>
              <a:ext cx="2051285" cy="441815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947316" y="123477"/>
            <a:ext cx="2331488" cy="1003155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341126" y="123477"/>
            <a:ext cx="829545" cy="1009497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2344418" y="8592726"/>
            <a:ext cx="2212713" cy="192857"/>
            <a:chOff x="12344418" y="8592726"/>
            <a:chExt cx="2212713" cy="192857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344418" y="8592726"/>
              <a:ext cx="2212713" cy="192857"/>
            </a:xfrm>
            <a:prstGeom prst="rect">
              <a:avLst/>
            </a:prstGeom>
          </p:spPr>
        </p:pic>
      </p:grpSp>
      <p:pic>
        <p:nvPicPr>
          <p:cNvPr id="10" name="Object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3169078" y="8605458"/>
            <a:ext cx="949982" cy="1063886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7140698" y="8647068"/>
            <a:ext cx="432432" cy="106177"/>
            <a:chOff x="7140698" y="8647068"/>
            <a:chExt cx="432432" cy="106177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31412" y="8600910"/>
              <a:ext cx="864865" cy="212354"/>
            </a:xfrm>
            <a:prstGeom prst="rect">
              <a:avLst/>
            </a:prstGeom>
          </p:spPr>
        </p:pic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40698" y="8647068"/>
              <a:ext cx="432432" cy="106177"/>
            </a:xfrm>
            <a:prstGeom prst="rect">
              <a:avLst/>
            </a:prstGeom>
          </p:spPr>
        </p:pic>
      </p:grpSp>
      <p:pic>
        <p:nvPicPr>
          <p:cNvPr id="15" name="Object 14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07216" y="9722858"/>
            <a:ext cx="9135968" cy="340111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1516757" y="2450810"/>
            <a:ext cx="15904762" cy="8701407"/>
            <a:chOff x="1516757" y="2450810"/>
            <a:chExt cx="15904762" cy="8701407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16757" y="2450810"/>
              <a:ext cx="15904762" cy="8701407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0" y="0"/>
            <a:ext cx="18285714" cy="4467335"/>
            <a:chOff x="0" y="0"/>
            <a:chExt cx="18285714" cy="4467335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0"/>
              <a:ext cx="18285714" cy="4467335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-119463" y="1706744"/>
            <a:ext cx="18524640" cy="8887780"/>
            <a:chOff x="-119463" y="1706744"/>
            <a:chExt cx="18524640" cy="8887780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-119463" y="1706744"/>
              <a:ext cx="18524640" cy="8887780"/>
            </a:xfrm>
            <a:prstGeom prst="rect">
              <a:avLst/>
            </a:prstGeom>
          </p:spPr>
        </p:pic>
      </p:grpSp>
      <p:pic>
        <p:nvPicPr>
          <p:cNvPr id="25" name="Object 24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4353238" y="5190601"/>
            <a:ext cx="2516710" cy="563052"/>
          </a:xfrm>
          <a:prstGeom prst="rect">
            <a:avLst/>
          </a:prstGeom>
        </p:spPr>
      </p:pic>
      <p:grpSp>
        <p:nvGrpSpPr>
          <p:cNvPr id="1007" name="그룹 1007"/>
          <p:cNvGrpSpPr/>
          <p:nvPr/>
        </p:nvGrpSpPr>
        <p:grpSpPr>
          <a:xfrm>
            <a:off x="9891839" y="3037652"/>
            <a:ext cx="3040743" cy="3112982"/>
            <a:chOff x="9891839" y="3037652"/>
            <a:chExt cx="3040743" cy="3112982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042384" y="4634538"/>
              <a:ext cx="1766128" cy="611918"/>
            </a:xfrm>
            <a:prstGeom prst="rect">
              <a:avLst/>
            </a:prstGeom>
          </p:spPr>
        </p:pic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042384" y="5611792"/>
              <a:ext cx="1123642" cy="644728"/>
            </a:xfrm>
            <a:prstGeom prst="rect">
              <a:avLst/>
            </a:prstGeom>
          </p:spPr>
        </p:pic>
        <p:grpSp>
          <p:nvGrpSpPr>
            <p:cNvPr id="1008" name="그룹 1008"/>
            <p:cNvGrpSpPr/>
            <p:nvPr/>
          </p:nvGrpSpPr>
          <p:grpSpPr>
            <a:xfrm>
              <a:off x="9891839" y="3037652"/>
              <a:ext cx="3040743" cy="996822"/>
              <a:chOff x="9891839" y="3037652"/>
              <a:chExt cx="3040743" cy="996822"/>
            </a:xfrm>
          </p:grpSpPr>
          <p:grpSp>
            <p:nvGrpSpPr>
              <p:cNvPr id="1009" name="그룹 1009"/>
              <p:cNvGrpSpPr/>
              <p:nvPr/>
            </p:nvGrpSpPr>
            <p:grpSpPr>
              <a:xfrm>
                <a:off x="9891839" y="3037652"/>
                <a:ext cx="3040743" cy="996822"/>
                <a:chOff x="9891839" y="3037652"/>
                <a:chExt cx="3040743" cy="996822"/>
              </a:xfrm>
            </p:grpSpPr>
            <p:pic>
              <p:nvPicPr>
                <p:cNvPr id="31" name="Object 30"/>
                <p:cNvPicPr>
                  <a:picLocks noChangeAspect="1"/>
                </p:cNvPicPr>
                <p:nvPr/>
              </p:nvPicPr>
              <p:blipFill>
                <a:blip r:embed="rId16" cstate="print"/>
                <a:stretch>
                  <a:fillRect/>
                </a:stretch>
              </p:blipFill>
              <p:spPr>
                <a:xfrm>
                  <a:off x="9891839" y="3037652"/>
                  <a:ext cx="3040743" cy="996822"/>
                </a:xfrm>
                <a:prstGeom prst="rect">
                  <a:avLst/>
                </a:prstGeom>
              </p:spPr>
            </p:pic>
          </p:grpSp>
          <p:pic>
            <p:nvPicPr>
              <p:cNvPr id="33" name="Object 32"/>
              <p:cNvPicPr>
                <a:picLocks noChangeAspect="1"/>
              </p:cNvPicPr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9961801" y="3082986"/>
                <a:ext cx="2465738" cy="960338"/>
              </a:xfrm>
              <a:prstGeom prst="rect">
                <a:avLst/>
              </a:prstGeom>
            </p:spPr>
          </p:pic>
        </p:grpSp>
      </p:grpSp>
      <p:grpSp>
        <p:nvGrpSpPr>
          <p:cNvPr id="1010" name="그룹 1010"/>
          <p:cNvGrpSpPr/>
          <p:nvPr/>
        </p:nvGrpSpPr>
        <p:grpSpPr>
          <a:xfrm>
            <a:off x="14295439" y="1608806"/>
            <a:ext cx="3566869" cy="1031660"/>
            <a:chOff x="14295439" y="1608806"/>
            <a:chExt cx="3566869" cy="1031660"/>
          </a:xfrm>
        </p:grpSpPr>
        <p:grpSp>
          <p:nvGrpSpPr>
            <p:cNvPr id="1011" name="그룹 1011"/>
            <p:cNvGrpSpPr/>
            <p:nvPr/>
          </p:nvGrpSpPr>
          <p:grpSpPr>
            <a:xfrm>
              <a:off x="14295439" y="1608806"/>
              <a:ext cx="3566869" cy="1031660"/>
              <a:chOff x="14295439" y="1608806"/>
              <a:chExt cx="3566869" cy="1031660"/>
            </a:xfrm>
          </p:grpSpPr>
          <p:pic>
            <p:nvPicPr>
              <p:cNvPr id="38" name="Object 37"/>
              <p:cNvPicPr>
                <a:picLocks noChangeAspect="1"/>
              </p:cNvPicPr>
              <p:nvPr/>
            </p:nvPicPr>
            <p:blipFill>
              <a:blip r:embed="rId18" cstate="print"/>
              <a:stretch>
                <a:fillRect/>
              </a:stretch>
            </p:blipFill>
            <p:spPr>
              <a:xfrm>
                <a:off x="14295439" y="1608806"/>
                <a:ext cx="3566869" cy="1031660"/>
              </a:xfrm>
              <a:prstGeom prst="rect">
                <a:avLst/>
              </a:prstGeom>
            </p:spPr>
          </p:pic>
        </p:grpSp>
        <p:pic>
          <p:nvPicPr>
            <p:cNvPr id="40" name="Object 39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867125" y="1833829"/>
              <a:ext cx="2635004" cy="644375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2855813" y="8201925"/>
            <a:ext cx="3287880" cy="64286"/>
            <a:chOff x="12855813" y="8201925"/>
            <a:chExt cx="3287880" cy="64286"/>
          </a:xfrm>
        </p:grpSpPr>
        <p:pic>
          <p:nvPicPr>
            <p:cNvPr id="43" name="Object 42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855813" y="8201925"/>
              <a:ext cx="3287880" cy="64286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15122209" y="7132045"/>
            <a:ext cx="2061189" cy="192857"/>
            <a:chOff x="15122209" y="7132045"/>
            <a:chExt cx="2061189" cy="192857"/>
          </a:xfrm>
        </p:grpSpPr>
        <p:pic>
          <p:nvPicPr>
            <p:cNvPr id="46" name="Object 45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 rot="-5400000">
              <a:off x="15122209" y="7132045"/>
              <a:ext cx="2061189" cy="192857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14186886" y="4386193"/>
            <a:ext cx="4098828" cy="1513327"/>
            <a:chOff x="14186886" y="4386193"/>
            <a:chExt cx="4098828" cy="1513327"/>
          </a:xfrm>
        </p:grpSpPr>
        <p:grpSp>
          <p:nvGrpSpPr>
            <p:cNvPr id="1015" name="그룹 1015"/>
            <p:cNvGrpSpPr/>
            <p:nvPr/>
          </p:nvGrpSpPr>
          <p:grpSpPr>
            <a:xfrm>
              <a:off x="16741952" y="4386193"/>
              <a:ext cx="1543762" cy="1513327"/>
              <a:chOff x="16741952" y="4386193"/>
              <a:chExt cx="1543762" cy="1513327"/>
            </a:xfrm>
          </p:grpSpPr>
          <p:grpSp>
            <p:nvGrpSpPr>
              <p:cNvPr id="1016" name="그룹 1016"/>
              <p:cNvGrpSpPr/>
              <p:nvPr/>
            </p:nvGrpSpPr>
            <p:grpSpPr>
              <a:xfrm>
                <a:off x="16741952" y="4386193"/>
                <a:ext cx="1513327" cy="1513327"/>
                <a:chOff x="16741952" y="4386193"/>
                <a:chExt cx="1513327" cy="1513327"/>
              </a:xfrm>
            </p:grpSpPr>
            <p:pic>
              <p:nvPicPr>
                <p:cNvPr id="51" name="Object 50"/>
                <p:cNvPicPr>
                  <a:picLocks noChangeAspect="1"/>
                </p:cNvPicPr>
                <p:nvPr/>
              </p:nvPicPr>
              <p:blipFill>
                <a:blip r:embed="rId22" cstate="print"/>
                <a:stretch>
                  <a:fillRect/>
                </a:stretch>
              </p:blipFill>
              <p:spPr>
                <a:xfrm>
                  <a:off x="16741952" y="4386193"/>
                  <a:ext cx="1513327" cy="1513327"/>
                </a:xfrm>
                <a:prstGeom prst="rect">
                  <a:avLst/>
                </a:prstGeom>
              </p:spPr>
            </p:pic>
          </p:grpSp>
          <p:pic>
            <p:nvPicPr>
              <p:cNvPr id="53" name="Object 52"/>
              <p:cNvPicPr>
                <a:picLocks noChangeAspect="1"/>
              </p:cNvPicPr>
              <p:nvPr/>
            </p:nvPicPr>
            <p:blipFill>
              <a:blip r:embed="rId23" cstate="print"/>
              <a:stretch>
                <a:fillRect/>
              </a:stretch>
            </p:blipFill>
            <p:spPr>
              <a:xfrm>
                <a:off x="16841267" y="4939641"/>
                <a:ext cx="1371596" cy="568177"/>
              </a:xfrm>
              <a:prstGeom prst="rect">
                <a:avLst/>
              </a:prstGeom>
            </p:spPr>
          </p:pic>
        </p:grpSp>
        <p:grpSp>
          <p:nvGrpSpPr>
            <p:cNvPr id="1017" name="그룹 1017"/>
            <p:cNvGrpSpPr/>
            <p:nvPr/>
          </p:nvGrpSpPr>
          <p:grpSpPr>
            <a:xfrm>
              <a:off x="15700158" y="5066477"/>
              <a:ext cx="1042034" cy="168081"/>
              <a:chOff x="15700158" y="5066477"/>
              <a:chExt cx="1042034" cy="168081"/>
            </a:xfrm>
          </p:grpSpPr>
          <p:pic>
            <p:nvPicPr>
              <p:cNvPr id="56" name="Object 55"/>
              <p:cNvPicPr>
                <a:picLocks noChangeAspect="1"/>
              </p:cNvPicPr>
              <p:nvPr/>
            </p:nvPicPr>
            <p:blipFill>
              <a:blip r:embed="rId24" cstate="print"/>
              <a:stretch>
                <a:fillRect/>
              </a:stretch>
            </p:blipFill>
            <p:spPr>
              <a:xfrm>
                <a:off x="15700158" y="5066477"/>
                <a:ext cx="1042034" cy="168081"/>
              </a:xfrm>
              <a:prstGeom prst="rect">
                <a:avLst/>
              </a:prstGeom>
            </p:spPr>
          </p:pic>
        </p:grpSp>
        <p:grpSp>
          <p:nvGrpSpPr>
            <p:cNvPr id="1018" name="그룹 1018"/>
            <p:cNvGrpSpPr/>
            <p:nvPr/>
          </p:nvGrpSpPr>
          <p:grpSpPr>
            <a:xfrm>
              <a:off x="14186886" y="4386193"/>
              <a:ext cx="1513327" cy="1513327"/>
              <a:chOff x="14186886" y="4386193"/>
              <a:chExt cx="1513327" cy="1513327"/>
            </a:xfrm>
          </p:grpSpPr>
          <p:grpSp>
            <p:nvGrpSpPr>
              <p:cNvPr id="1019" name="그룹 1019"/>
              <p:cNvGrpSpPr/>
              <p:nvPr/>
            </p:nvGrpSpPr>
            <p:grpSpPr>
              <a:xfrm>
                <a:off x="14186886" y="4386193"/>
                <a:ext cx="1513327" cy="1513327"/>
                <a:chOff x="14186886" y="4386193"/>
                <a:chExt cx="1513327" cy="1513327"/>
              </a:xfrm>
            </p:grpSpPr>
            <p:pic>
              <p:nvPicPr>
                <p:cNvPr id="60" name="Object 59"/>
                <p:cNvPicPr>
                  <a:picLocks noChangeAspect="1"/>
                </p:cNvPicPr>
                <p:nvPr/>
              </p:nvPicPr>
              <p:blipFill>
                <a:blip r:embed="rId25" cstate="print"/>
                <a:stretch>
                  <a:fillRect/>
                </a:stretch>
              </p:blipFill>
              <p:spPr>
                <a:xfrm>
                  <a:off x="14186886" y="4386193"/>
                  <a:ext cx="1513327" cy="1513327"/>
                </a:xfrm>
                <a:prstGeom prst="rect">
                  <a:avLst/>
                </a:prstGeom>
              </p:spPr>
            </p:pic>
          </p:grpSp>
          <p:pic>
            <p:nvPicPr>
              <p:cNvPr id="62" name="Object 61"/>
              <p:cNvPicPr>
                <a:picLocks noChangeAspect="1"/>
              </p:cNvPicPr>
              <p:nvPr/>
            </p:nvPicPr>
            <p:blipFill>
              <a:blip r:embed="rId26" cstate="print"/>
              <a:stretch>
                <a:fillRect/>
              </a:stretch>
            </p:blipFill>
            <p:spPr>
              <a:xfrm>
                <a:off x="14198916" y="4939641"/>
                <a:ext cx="1568777" cy="605072"/>
              </a:xfrm>
              <a:prstGeom prst="rect">
                <a:avLst/>
              </a:prstGeom>
            </p:spPr>
          </p:pic>
        </p:grpSp>
      </p:grpSp>
      <p:pic>
        <p:nvPicPr>
          <p:cNvPr id="65" name="Object 64"/>
          <p:cNvPicPr>
            <a:picLocks noChangeAspect="1"/>
          </p:cNvPicPr>
          <p:nvPr/>
        </p:nvPicPr>
        <p:blipFill>
          <a:blip r:embed="rId27" cstate="print"/>
          <a:stretch>
            <a:fillRect/>
          </a:stretch>
        </p:blipFill>
        <p:spPr>
          <a:xfrm>
            <a:off x="15947316" y="123477"/>
            <a:ext cx="2331059" cy="1015183"/>
          </a:xfrm>
          <a:prstGeom prst="rect">
            <a:avLst/>
          </a:prstGeom>
        </p:spPr>
      </p:pic>
      <p:pic>
        <p:nvPicPr>
          <p:cNvPr id="66" name="Object 65"/>
          <p:cNvPicPr>
            <a:picLocks noChangeAspect="1"/>
          </p:cNvPicPr>
          <p:nvPr/>
        </p:nvPicPr>
        <p:blipFill>
          <a:blip r:embed="rId28" cstate="print"/>
          <a:stretch>
            <a:fillRect/>
          </a:stretch>
        </p:blipFill>
        <p:spPr>
          <a:xfrm>
            <a:off x="15341145" y="123477"/>
            <a:ext cx="827498" cy="1020412"/>
          </a:xfrm>
          <a:prstGeom prst="rect">
            <a:avLst/>
          </a:prstGeom>
        </p:spPr>
      </p:pic>
      <p:pic>
        <p:nvPicPr>
          <p:cNvPr id="67" name="Object 66"/>
          <p:cNvPicPr>
            <a:picLocks noChangeAspect="1"/>
          </p:cNvPicPr>
          <p:nvPr/>
        </p:nvPicPr>
        <p:blipFill>
          <a:blip r:embed="rId29" cstate="print"/>
          <a:stretch>
            <a:fillRect/>
          </a:stretch>
        </p:blipFill>
        <p:spPr>
          <a:xfrm>
            <a:off x="307216" y="9722858"/>
            <a:ext cx="9136035" cy="335892"/>
          </a:xfrm>
          <a:prstGeom prst="rect">
            <a:avLst/>
          </a:prstGeom>
        </p:spPr>
      </p:pic>
      <p:grpSp>
        <p:nvGrpSpPr>
          <p:cNvPr id="1020" name="그룹 1020"/>
          <p:cNvGrpSpPr/>
          <p:nvPr/>
        </p:nvGrpSpPr>
        <p:grpSpPr>
          <a:xfrm>
            <a:off x="11190770" y="6688187"/>
            <a:ext cx="406705" cy="226653"/>
            <a:chOff x="11190770" y="6688187"/>
            <a:chExt cx="406705" cy="226653"/>
          </a:xfrm>
        </p:grpSpPr>
        <p:pic>
          <p:nvPicPr>
            <p:cNvPr id="69" name="Object 68"/>
            <p:cNvPicPr>
              <a:picLocks noChangeAspect="1"/>
            </p:cNvPicPr>
            <p:nvPr/>
          </p:nvPicPr>
          <p:blipFill>
            <a:blip r:embed="rId30" cstate="print"/>
            <a:stretch>
              <a:fillRect/>
            </a:stretch>
          </p:blipFill>
          <p:spPr>
            <a:xfrm rot="5400000">
              <a:off x="11190770" y="6688187"/>
              <a:ext cx="406705" cy="226653"/>
            </a:xfrm>
            <a:prstGeom prst="rect">
              <a:avLst/>
            </a:prstGeom>
          </p:spPr>
        </p:pic>
      </p:grpSp>
      <p:grpSp>
        <p:nvGrpSpPr>
          <p:cNvPr id="1021" name="그룹 1021"/>
          <p:cNvGrpSpPr/>
          <p:nvPr/>
        </p:nvGrpSpPr>
        <p:grpSpPr>
          <a:xfrm>
            <a:off x="9891839" y="7124269"/>
            <a:ext cx="3040743" cy="2155311"/>
            <a:chOff x="9891839" y="7124269"/>
            <a:chExt cx="3040743" cy="2155311"/>
          </a:xfrm>
        </p:grpSpPr>
        <p:grpSp>
          <p:nvGrpSpPr>
            <p:cNvPr id="1022" name="그룹 1022"/>
            <p:cNvGrpSpPr/>
            <p:nvPr/>
          </p:nvGrpSpPr>
          <p:grpSpPr>
            <a:xfrm>
              <a:off x="9891839" y="7124269"/>
              <a:ext cx="3040743" cy="2155311"/>
              <a:chOff x="9891839" y="7124269"/>
              <a:chExt cx="3040743" cy="2155311"/>
            </a:xfrm>
          </p:grpSpPr>
          <p:pic>
            <p:nvPicPr>
              <p:cNvPr id="73" name="Object 72"/>
              <p:cNvPicPr>
                <a:picLocks noChangeAspect="1"/>
              </p:cNvPicPr>
              <p:nvPr/>
            </p:nvPicPr>
            <p:blipFill>
              <a:blip r:embed="rId31" cstate="print"/>
              <a:stretch>
                <a:fillRect/>
              </a:stretch>
            </p:blipFill>
            <p:spPr>
              <a:xfrm>
                <a:off x="9891839" y="7124269"/>
                <a:ext cx="3040743" cy="2155311"/>
              </a:xfrm>
              <a:prstGeom prst="rect">
                <a:avLst/>
              </a:prstGeom>
            </p:spPr>
          </p:pic>
        </p:grpSp>
        <p:pic>
          <p:nvPicPr>
            <p:cNvPr id="75" name="Object 74"/>
            <p:cNvPicPr>
              <a:picLocks noChangeAspect="1"/>
            </p:cNvPicPr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928907" y="7914828"/>
              <a:ext cx="2745300" cy="606052"/>
            </a:xfrm>
            <a:prstGeom prst="rect">
              <a:avLst/>
            </a:prstGeom>
          </p:spPr>
        </p:pic>
      </p:grpSp>
      <p:grpSp>
        <p:nvGrpSpPr>
          <p:cNvPr id="1023" name="그룹 1023"/>
          <p:cNvGrpSpPr/>
          <p:nvPr/>
        </p:nvGrpSpPr>
        <p:grpSpPr>
          <a:xfrm>
            <a:off x="5097326" y="3389679"/>
            <a:ext cx="3040743" cy="2155311"/>
            <a:chOff x="5097326" y="3389679"/>
            <a:chExt cx="3040743" cy="2155311"/>
          </a:xfrm>
        </p:grpSpPr>
        <p:grpSp>
          <p:nvGrpSpPr>
            <p:cNvPr id="1024" name="그룹 1024"/>
            <p:cNvGrpSpPr/>
            <p:nvPr/>
          </p:nvGrpSpPr>
          <p:grpSpPr>
            <a:xfrm>
              <a:off x="5097326" y="3389679"/>
              <a:ext cx="3040743" cy="2155311"/>
              <a:chOff x="5097326" y="3389679"/>
              <a:chExt cx="3040743" cy="2155311"/>
            </a:xfrm>
          </p:grpSpPr>
          <p:pic>
            <p:nvPicPr>
              <p:cNvPr id="79" name="Object 78"/>
              <p:cNvPicPr>
                <a:picLocks noChangeAspect="1"/>
              </p:cNvPicPr>
              <p:nvPr/>
            </p:nvPicPr>
            <p:blipFill>
              <a:blip r:embed="rId33" cstate="print"/>
              <a:stretch>
                <a:fillRect/>
              </a:stretch>
            </p:blipFill>
            <p:spPr>
              <a:xfrm>
                <a:off x="5097326" y="3389679"/>
                <a:ext cx="3040743" cy="2155311"/>
              </a:xfrm>
              <a:prstGeom prst="rect">
                <a:avLst/>
              </a:prstGeom>
            </p:spPr>
          </p:pic>
        </p:grpSp>
        <p:pic>
          <p:nvPicPr>
            <p:cNvPr id="81" name="Object 80"/>
            <p:cNvPicPr>
              <a:picLocks noChangeAspect="1"/>
            </p:cNvPicPr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133878" y="3816620"/>
              <a:ext cx="2751604" cy="1423709"/>
            </a:xfrm>
            <a:prstGeom prst="rect">
              <a:avLst/>
            </a:prstGeom>
          </p:spPr>
        </p:pic>
      </p:grpSp>
      <p:grpSp>
        <p:nvGrpSpPr>
          <p:cNvPr id="1025" name="그룹 1025"/>
          <p:cNvGrpSpPr/>
          <p:nvPr/>
        </p:nvGrpSpPr>
        <p:grpSpPr>
          <a:xfrm>
            <a:off x="5013666" y="6729473"/>
            <a:ext cx="3040743" cy="2155311"/>
            <a:chOff x="5013666" y="6729473"/>
            <a:chExt cx="3040743" cy="2155311"/>
          </a:xfrm>
        </p:grpSpPr>
        <p:grpSp>
          <p:nvGrpSpPr>
            <p:cNvPr id="1026" name="그룹 1026"/>
            <p:cNvGrpSpPr/>
            <p:nvPr/>
          </p:nvGrpSpPr>
          <p:grpSpPr>
            <a:xfrm>
              <a:off x="5013666" y="6729473"/>
              <a:ext cx="3040743" cy="2155311"/>
              <a:chOff x="5013666" y="6729473"/>
              <a:chExt cx="3040743" cy="2155311"/>
            </a:xfrm>
          </p:grpSpPr>
          <p:pic>
            <p:nvPicPr>
              <p:cNvPr id="85" name="Object 84"/>
              <p:cNvPicPr>
                <a:picLocks noChangeAspect="1"/>
              </p:cNvPicPr>
              <p:nvPr/>
            </p:nvPicPr>
            <p:blipFill>
              <a:blip r:embed="rId31" cstate="print"/>
              <a:stretch>
                <a:fillRect/>
              </a:stretch>
            </p:blipFill>
            <p:spPr>
              <a:xfrm>
                <a:off x="5013666" y="6729473"/>
                <a:ext cx="3040743" cy="2155311"/>
              </a:xfrm>
              <a:prstGeom prst="rect">
                <a:avLst/>
              </a:prstGeom>
            </p:spPr>
          </p:pic>
        </p:grpSp>
        <p:pic>
          <p:nvPicPr>
            <p:cNvPr id="87" name="Object 86"/>
            <p:cNvPicPr>
              <a:picLocks noChangeAspect="1"/>
            </p:cNvPicPr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060256" y="7186566"/>
              <a:ext cx="2469509" cy="1494947"/>
            </a:xfrm>
            <a:prstGeom prst="rect">
              <a:avLst/>
            </a:prstGeom>
          </p:spPr>
        </p:pic>
      </p:grpSp>
      <p:grpSp>
        <p:nvGrpSpPr>
          <p:cNvPr id="1027" name="그룹 1027"/>
          <p:cNvGrpSpPr/>
          <p:nvPr/>
        </p:nvGrpSpPr>
        <p:grpSpPr>
          <a:xfrm>
            <a:off x="382199" y="1609342"/>
            <a:ext cx="3447847" cy="1031660"/>
            <a:chOff x="382199" y="1609342"/>
            <a:chExt cx="3447847" cy="1031660"/>
          </a:xfrm>
        </p:grpSpPr>
        <p:grpSp>
          <p:nvGrpSpPr>
            <p:cNvPr id="1028" name="그룹 1028"/>
            <p:cNvGrpSpPr/>
            <p:nvPr/>
          </p:nvGrpSpPr>
          <p:grpSpPr>
            <a:xfrm>
              <a:off x="382199" y="1609342"/>
              <a:ext cx="3447847" cy="1031660"/>
              <a:chOff x="382199" y="1609342"/>
              <a:chExt cx="3447847" cy="1031660"/>
            </a:xfrm>
          </p:grpSpPr>
          <p:pic>
            <p:nvPicPr>
              <p:cNvPr id="91" name="Object 90"/>
              <p:cNvPicPr>
                <a:picLocks noChangeAspect="1"/>
              </p:cNvPicPr>
              <p:nvPr/>
            </p:nvPicPr>
            <p:blipFill>
              <a:blip r:embed="rId36" cstate="print"/>
              <a:stretch>
                <a:fillRect/>
              </a:stretch>
            </p:blipFill>
            <p:spPr>
              <a:xfrm>
                <a:off x="382199" y="1609342"/>
                <a:ext cx="3447847" cy="1031660"/>
              </a:xfrm>
              <a:prstGeom prst="rect">
                <a:avLst/>
              </a:prstGeom>
            </p:spPr>
          </p:pic>
        </p:grpSp>
        <p:pic>
          <p:nvPicPr>
            <p:cNvPr id="93" name="Object 92"/>
            <p:cNvPicPr>
              <a:picLocks noChangeAspect="1"/>
            </p:cNvPicPr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07964" y="1835013"/>
              <a:ext cx="2198860" cy="636669"/>
            </a:xfrm>
            <a:prstGeom prst="rect">
              <a:avLst/>
            </a:prstGeom>
          </p:spPr>
        </p:pic>
      </p:grpSp>
      <p:grpSp>
        <p:nvGrpSpPr>
          <p:cNvPr id="1029" name="그룹 1029"/>
          <p:cNvGrpSpPr/>
          <p:nvPr/>
        </p:nvGrpSpPr>
        <p:grpSpPr>
          <a:xfrm>
            <a:off x="4834263" y="1596328"/>
            <a:ext cx="3566869" cy="1031660"/>
            <a:chOff x="4834263" y="1596328"/>
            <a:chExt cx="3566869" cy="1031660"/>
          </a:xfrm>
        </p:grpSpPr>
        <p:grpSp>
          <p:nvGrpSpPr>
            <p:cNvPr id="1030" name="그룹 1030"/>
            <p:cNvGrpSpPr/>
            <p:nvPr/>
          </p:nvGrpSpPr>
          <p:grpSpPr>
            <a:xfrm>
              <a:off x="4834263" y="1596328"/>
              <a:ext cx="3566869" cy="1031660"/>
              <a:chOff x="4834263" y="1596328"/>
              <a:chExt cx="3566869" cy="1031660"/>
            </a:xfrm>
          </p:grpSpPr>
          <p:pic>
            <p:nvPicPr>
              <p:cNvPr id="97" name="Object 96"/>
              <p:cNvPicPr>
                <a:picLocks noChangeAspect="1"/>
              </p:cNvPicPr>
              <p:nvPr/>
            </p:nvPicPr>
            <p:blipFill>
              <a:blip r:embed="rId18" cstate="print"/>
              <a:stretch>
                <a:fillRect/>
              </a:stretch>
            </p:blipFill>
            <p:spPr>
              <a:xfrm>
                <a:off x="4834263" y="1596328"/>
                <a:ext cx="3566869" cy="1031660"/>
              </a:xfrm>
              <a:prstGeom prst="rect">
                <a:avLst/>
              </a:prstGeom>
            </p:spPr>
          </p:pic>
        </p:grpSp>
        <p:pic>
          <p:nvPicPr>
            <p:cNvPr id="99" name="Object 98"/>
            <p:cNvPicPr>
              <a:picLocks noChangeAspect="1"/>
            </p:cNvPicPr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425484" y="1831792"/>
              <a:ext cx="2003509" cy="644376"/>
            </a:xfrm>
            <a:prstGeom prst="rect">
              <a:avLst/>
            </a:prstGeom>
          </p:spPr>
        </p:pic>
      </p:grpSp>
      <p:grpSp>
        <p:nvGrpSpPr>
          <p:cNvPr id="1031" name="그룹 1031"/>
          <p:cNvGrpSpPr/>
          <p:nvPr/>
        </p:nvGrpSpPr>
        <p:grpSpPr>
          <a:xfrm>
            <a:off x="9628776" y="1620149"/>
            <a:ext cx="3566869" cy="1031660"/>
            <a:chOff x="9628776" y="1620149"/>
            <a:chExt cx="3566869" cy="1031660"/>
          </a:xfrm>
        </p:grpSpPr>
        <p:grpSp>
          <p:nvGrpSpPr>
            <p:cNvPr id="1032" name="그룹 1032"/>
            <p:cNvGrpSpPr/>
            <p:nvPr/>
          </p:nvGrpSpPr>
          <p:grpSpPr>
            <a:xfrm>
              <a:off x="9628776" y="1620149"/>
              <a:ext cx="3566869" cy="1031660"/>
              <a:chOff x="9628776" y="1620149"/>
              <a:chExt cx="3566869" cy="1031660"/>
            </a:xfrm>
          </p:grpSpPr>
          <p:pic>
            <p:nvPicPr>
              <p:cNvPr id="103" name="Object 102"/>
              <p:cNvPicPr>
                <a:picLocks noChangeAspect="1"/>
              </p:cNvPicPr>
              <p:nvPr/>
            </p:nvPicPr>
            <p:blipFill>
              <a:blip r:embed="rId18" cstate="print"/>
              <a:stretch>
                <a:fillRect/>
              </a:stretch>
            </p:blipFill>
            <p:spPr>
              <a:xfrm>
                <a:off x="9628776" y="1620149"/>
                <a:ext cx="3566869" cy="1031660"/>
              </a:xfrm>
              <a:prstGeom prst="rect">
                <a:avLst/>
              </a:prstGeom>
            </p:spPr>
          </p:pic>
        </p:grpSp>
        <p:pic>
          <p:nvPicPr>
            <p:cNvPr id="105" name="Object 104"/>
            <p:cNvPicPr>
              <a:picLocks noChangeAspect="1"/>
            </p:cNvPicPr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0051158" y="1869887"/>
              <a:ext cx="2148719" cy="644376"/>
            </a:xfrm>
            <a:prstGeom prst="rect">
              <a:avLst/>
            </a:prstGeom>
          </p:spPr>
        </p:pic>
      </p:grpSp>
      <p:grpSp>
        <p:nvGrpSpPr>
          <p:cNvPr id="1033" name="그룹 1033"/>
          <p:cNvGrpSpPr/>
          <p:nvPr/>
        </p:nvGrpSpPr>
        <p:grpSpPr>
          <a:xfrm>
            <a:off x="6256953" y="6033890"/>
            <a:ext cx="590345" cy="226653"/>
            <a:chOff x="6256953" y="6033890"/>
            <a:chExt cx="590345" cy="226653"/>
          </a:xfrm>
        </p:grpSpPr>
        <p:pic>
          <p:nvPicPr>
            <p:cNvPr id="108" name="Object 107"/>
            <p:cNvPicPr>
              <a:picLocks noChangeAspect="1"/>
            </p:cNvPicPr>
            <p:nvPr/>
          </p:nvPicPr>
          <p:blipFill>
            <a:blip r:embed="rId40" cstate="print"/>
            <a:stretch>
              <a:fillRect/>
            </a:stretch>
          </p:blipFill>
          <p:spPr>
            <a:xfrm rot="5400000">
              <a:off x="6256953" y="6033890"/>
              <a:ext cx="590345" cy="226653"/>
            </a:xfrm>
            <a:prstGeom prst="rect">
              <a:avLst/>
            </a:prstGeom>
          </p:spPr>
        </p:pic>
      </p:grpSp>
      <p:grpSp>
        <p:nvGrpSpPr>
          <p:cNvPr id="1034" name="그룹 1034"/>
          <p:cNvGrpSpPr/>
          <p:nvPr/>
        </p:nvGrpSpPr>
        <p:grpSpPr>
          <a:xfrm>
            <a:off x="585751" y="4467335"/>
            <a:ext cx="3040743" cy="2155311"/>
            <a:chOff x="585751" y="4467335"/>
            <a:chExt cx="3040743" cy="2155311"/>
          </a:xfrm>
        </p:grpSpPr>
        <p:grpSp>
          <p:nvGrpSpPr>
            <p:cNvPr id="1035" name="그룹 1035"/>
            <p:cNvGrpSpPr/>
            <p:nvPr/>
          </p:nvGrpSpPr>
          <p:grpSpPr>
            <a:xfrm>
              <a:off x="585751" y="4467335"/>
              <a:ext cx="3040743" cy="2155311"/>
              <a:chOff x="585751" y="4467335"/>
              <a:chExt cx="3040743" cy="2155311"/>
            </a:xfrm>
          </p:grpSpPr>
          <p:pic>
            <p:nvPicPr>
              <p:cNvPr id="112" name="Object 111"/>
              <p:cNvPicPr>
                <a:picLocks noChangeAspect="1"/>
              </p:cNvPicPr>
              <p:nvPr/>
            </p:nvPicPr>
            <p:blipFill>
              <a:blip r:embed="rId33" cstate="print"/>
              <a:stretch>
                <a:fillRect/>
              </a:stretch>
            </p:blipFill>
            <p:spPr>
              <a:xfrm>
                <a:off x="585751" y="4467335"/>
                <a:ext cx="3040743" cy="2155311"/>
              </a:xfrm>
              <a:prstGeom prst="rect">
                <a:avLst/>
              </a:prstGeom>
            </p:spPr>
          </p:pic>
        </p:grpSp>
        <p:pic>
          <p:nvPicPr>
            <p:cNvPr id="114" name="Object 113"/>
            <p:cNvPicPr>
              <a:picLocks noChangeAspect="1"/>
            </p:cNvPicPr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22819" y="5079436"/>
              <a:ext cx="2726728" cy="1007833"/>
            </a:xfrm>
            <a:prstGeom prst="rect">
              <a:avLst/>
            </a:prstGeom>
          </p:spPr>
        </p:pic>
      </p:grpSp>
      <p:grpSp>
        <p:nvGrpSpPr>
          <p:cNvPr id="1036" name="그룹 1036"/>
          <p:cNvGrpSpPr/>
          <p:nvPr/>
        </p:nvGrpSpPr>
        <p:grpSpPr>
          <a:xfrm>
            <a:off x="3803665" y="4937624"/>
            <a:ext cx="1085909" cy="192857"/>
            <a:chOff x="3803665" y="4937624"/>
            <a:chExt cx="1085909" cy="192857"/>
          </a:xfrm>
        </p:grpSpPr>
        <p:pic>
          <p:nvPicPr>
            <p:cNvPr id="117" name="Object 116"/>
            <p:cNvPicPr>
              <a:picLocks noChangeAspect="1"/>
            </p:cNvPicPr>
            <p:nvPr/>
          </p:nvPicPr>
          <p:blipFill>
            <a:blip r:embed="rId42" cstate="print"/>
            <a:stretch>
              <a:fillRect/>
            </a:stretch>
          </p:blipFill>
          <p:spPr>
            <a:xfrm rot="-2520000">
              <a:off x="3803665" y="4937624"/>
              <a:ext cx="1085909" cy="19285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6770724" y="5329972"/>
            <a:ext cx="1169735" cy="528790"/>
            <a:chOff x="16770724" y="5329972"/>
            <a:chExt cx="1169735" cy="528790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70724" y="5329972"/>
              <a:ext cx="1169735" cy="528790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947316" y="123477"/>
            <a:ext cx="2331412" cy="1003155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341145" y="123477"/>
            <a:ext cx="827498" cy="1020412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07216" y="9722858"/>
            <a:ext cx="9135968" cy="338006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70961" y="480103"/>
            <a:ext cx="9064382" cy="1739173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654768" y="2351263"/>
            <a:ext cx="7856095" cy="7137555"/>
            <a:chOff x="654768" y="2351263"/>
            <a:chExt cx="7856095" cy="7137555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4768" y="2351263"/>
              <a:ext cx="7856095" cy="7137555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0118712" y="2316156"/>
            <a:ext cx="7640794" cy="6780450"/>
            <a:chOff x="10118712" y="2316156"/>
            <a:chExt cx="7640794" cy="6780450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573867" y="2219113"/>
              <a:ext cx="2909503" cy="1154551"/>
            </a:xfrm>
            <a:prstGeom prst="rect">
              <a:avLst/>
            </a:prstGeom>
          </p:spPr>
        </p:pic>
        <p:grpSp>
          <p:nvGrpSpPr>
            <p:cNvPr id="1004" name="그룹 1004"/>
            <p:cNvGrpSpPr/>
            <p:nvPr/>
          </p:nvGrpSpPr>
          <p:grpSpPr>
            <a:xfrm>
              <a:off x="10118712" y="3973042"/>
              <a:ext cx="7640794" cy="5123564"/>
              <a:chOff x="10118712" y="3973042"/>
              <a:chExt cx="7640794" cy="5123564"/>
            </a:xfrm>
          </p:grpSpPr>
          <p:grpSp>
            <p:nvGrpSpPr>
              <p:cNvPr id="1005" name="그룹 1005"/>
              <p:cNvGrpSpPr/>
              <p:nvPr/>
            </p:nvGrpSpPr>
            <p:grpSpPr>
              <a:xfrm>
                <a:off x="13704123" y="5561249"/>
                <a:ext cx="528702" cy="528702"/>
                <a:chOff x="13704123" y="5561249"/>
                <a:chExt cx="528702" cy="528702"/>
              </a:xfrm>
            </p:grpSpPr>
            <p:pic>
              <p:nvPicPr>
                <p:cNvPr id="16" name="Object 15"/>
                <p:cNvPicPr>
                  <a:picLocks noChangeAspect="1"/>
                </p:cNvPicPr>
                <p:nvPr/>
              </p:nvPicPr>
              <p:blipFill>
                <a:blip r:embed="rId9" cstate="print"/>
                <a:stretch>
                  <a:fillRect/>
                </a:stretch>
              </p:blipFill>
              <p:spPr>
                <a:xfrm>
                  <a:off x="13704123" y="5561249"/>
                  <a:ext cx="528702" cy="528702"/>
                </a:xfrm>
                <a:prstGeom prst="rect">
                  <a:avLst/>
                </a:prstGeom>
              </p:spPr>
            </p:pic>
          </p:grpSp>
          <p:grpSp>
            <p:nvGrpSpPr>
              <p:cNvPr id="1006" name="그룹 1006"/>
              <p:cNvGrpSpPr/>
              <p:nvPr/>
            </p:nvGrpSpPr>
            <p:grpSpPr>
              <a:xfrm>
                <a:off x="13713241" y="6183468"/>
                <a:ext cx="528702" cy="528702"/>
                <a:chOff x="13713241" y="6183468"/>
                <a:chExt cx="528702" cy="528702"/>
              </a:xfrm>
            </p:grpSpPr>
            <p:pic>
              <p:nvPicPr>
                <p:cNvPr id="19" name="Object 18"/>
                <p:cNvPicPr>
                  <a:picLocks noChangeAspect="1"/>
                </p:cNvPicPr>
                <p:nvPr/>
              </p:nvPicPr>
              <p:blipFill>
                <a:blip r:embed="rId9" cstate="print"/>
                <a:stretch>
                  <a:fillRect/>
                </a:stretch>
              </p:blipFill>
              <p:spPr>
                <a:xfrm>
                  <a:off x="13713241" y="6183468"/>
                  <a:ext cx="528702" cy="528702"/>
                </a:xfrm>
                <a:prstGeom prst="rect">
                  <a:avLst/>
                </a:prstGeom>
              </p:spPr>
            </p:pic>
          </p:grpSp>
          <p:grpSp>
            <p:nvGrpSpPr>
              <p:cNvPr id="1007" name="그룹 1007"/>
              <p:cNvGrpSpPr/>
              <p:nvPr/>
            </p:nvGrpSpPr>
            <p:grpSpPr>
              <a:xfrm>
                <a:off x="13728776" y="6784989"/>
                <a:ext cx="528702" cy="528702"/>
                <a:chOff x="13728776" y="6784989"/>
                <a:chExt cx="528702" cy="528702"/>
              </a:xfrm>
            </p:grpSpPr>
            <p:pic>
              <p:nvPicPr>
                <p:cNvPr id="22" name="Object 21"/>
                <p:cNvPicPr>
                  <a:picLocks noChangeAspect="1"/>
                </p:cNvPicPr>
                <p:nvPr/>
              </p:nvPicPr>
              <p:blipFill>
                <a:blip r:embed="rId9" cstate="print"/>
                <a:stretch>
                  <a:fillRect/>
                </a:stretch>
              </p:blipFill>
              <p:spPr>
                <a:xfrm>
                  <a:off x="13728776" y="6784989"/>
                  <a:ext cx="528702" cy="528702"/>
                </a:xfrm>
                <a:prstGeom prst="rect">
                  <a:avLst/>
                </a:prstGeom>
              </p:spPr>
            </p:pic>
          </p:grpSp>
          <p:grpSp>
            <p:nvGrpSpPr>
              <p:cNvPr id="1008" name="그룹 1008"/>
              <p:cNvGrpSpPr/>
              <p:nvPr/>
            </p:nvGrpSpPr>
            <p:grpSpPr>
              <a:xfrm>
                <a:off x="10118712" y="3973042"/>
                <a:ext cx="7557412" cy="1259181"/>
                <a:chOff x="10118712" y="3973042"/>
                <a:chExt cx="7557412" cy="1259181"/>
              </a:xfrm>
            </p:grpSpPr>
            <p:grpSp>
              <p:nvGrpSpPr>
                <p:cNvPr id="1009" name="그룹 1009"/>
                <p:cNvGrpSpPr/>
                <p:nvPr/>
              </p:nvGrpSpPr>
              <p:grpSpPr>
                <a:xfrm>
                  <a:off x="10118712" y="3973042"/>
                  <a:ext cx="7557412" cy="1259181"/>
                  <a:chOff x="10118712" y="3973042"/>
                  <a:chExt cx="7557412" cy="1259181"/>
                </a:xfrm>
              </p:grpSpPr>
              <p:grpSp>
                <p:nvGrpSpPr>
                  <p:cNvPr id="1010" name="그룹 1010"/>
                  <p:cNvGrpSpPr/>
                  <p:nvPr/>
                </p:nvGrpSpPr>
                <p:grpSpPr>
                  <a:xfrm>
                    <a:off x="10118712" y="3973042"/>
                    <a:ext cx="1340186" cy="532674"/>
                    <a:chOff x="10118712" y="3973042"/>
                    <a:chExt cx="1340186" cy="532674"/>
                  </a:xfrm>
                </p:grpSpPr>
                <p:pic>
                  <p:nvPicPr>
                    <p:cNvPr id="27" name="Object 26"/>
                    <p:cNvPicPr>
                      <a:picLocks noChangeAspect="1"/>
                    </p:cNvPicPr>
                    <p:nvPr/>
                  </p:nvPicPr>
                  <p:blipFill>
                    <a:blip r:embed="rId10" cstate="print"/>
                    <a:stretch>
                      <a:fillRect/>
                    </a:stretch>
                  </p:blipFill>
                  <p:spPr>
                    <a:xfrm>
                      <a:off x="10118712" y="3973042"/>
                      <a:ext cx="1340186" cy="532674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29" name="Object 28"/>
                  <p:cNvPicPr>
                    <a:picLocks noChangeAspect="1"/>
                  </p:cNvPicPr>
                  <p:nvPr/>
                </p:nvPicPr>
                <p:blipFill>
                  <a:blip r:embed="rId11" cstate="print"/>
                  <a:stretch>
                    <a:fillRect/>
                  </a:stretch>
                </p:blipFill>
                <p:spPr>
                  <a:xfrm>
                    <a:off x="10099854" y="4016779"/>
                    <a:ext cx="1209344" cy="487325"/>
                  </a:xfrm>
                  <a:prstGeom prst="rect">
                    <a:avLst/>
                  </a:prstGeom>
                </p:spPr>
              </p:pic>
              <p:grpSp>
                <p:nvGrpSpPr>
                  <p:cNvPr id="1011" name="그룹 1011"/>
                  <p:cNvGrpSpPr/>
                  <p:nvPr/>
                </p:nvGrpSpPr>
                <p:grpSpPr>
                  <a:xfrm>
                    <a:off x="11677710" y="3973042"/>
                    <a:ext cx="1340186" cy="532674"/>
                    <a:chOff x="11677710" y="3973042"/>
                    <a:chExt cx="1340186" cy="532674"/>
                  </a:xfrm>
                </p:grpSpPr>
                <p:pic>
                  <p:nvPicPr>
                    <p:cNvPr id="31" name="Object 30"/>
                    <p:cNvPicPr>
                      <a:picLocks noChangeAspect="1"/>
                    </p:cNvPicPr>
                    <p:nvPr/>
                  </p:nvPicPr>
                  <p:blipFill>
                    <a:blip r:embed="rId10" cstate="print"/>
                    <a:stretch>
                      <a:fillRect/>
                    </a:stretch>
                  </p:blipFill>
                  <p:spPr>
                    <a:xfrm>
                      <a:off x="11677710" y="3973042"/>
                      <a:ext cx="1340186" cy="532674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33" name="Object 32"/>
                  <p:cNvPicPr>
                    <a:picLocks noChangeAspect="1"/>
                  </p:cNvPicPr>
                  <p:nvPr/>
                </p:nvPicPr>
                <p:blipFill>
                  <a:blip r:embed="rId12" cstate="print"/>
                  <a:stretch>
                    <a:fillRect/>
                  </a:stretch>
                </p:blipFill>
                <p:spPr>
                  <a:xfrm>
                    <a:off x="11658852" y="4016779"/>
                    <a:ext cx="1209334" cy="487325"/>
                  </a:xfrm>
                  <a:prstGeom prst="rect">
                    <a:avLst/>
                  </a:prstGeom>
                </p:spPr>
              </p:pic>
              <p:grpSp>
                <p:nvGrpSpPr>
                  <p:cNvPr id="1012" name="그룹 1012"/>
                  <p:cNvGrpSpPr/>
                  <p:nvPr/>
                </p:nvGrpSpPr>
                <p:grpSpPr>
                  <a:xfrm>
                    <a:off x="13242919" y="3973042"/>
                    <a:ext cx="1340186" cy="532674"/>
                    <a:chOff x="13242919" y="3973042"/>
                    <a:chExt cx="1340186" cy="532674"/>
                  </a:xfrm>
                </p:grpSpPr>
                <p:pic>
                  <p:nvPicPr>
                    <p:cNvPr id="35" name="Object 34"/>
                    <p:cNvPicPr>
                      <a:picLocks noChangeAspect="1"/>
                    </p:cNvPicPr>
                    <p:nvPr/>
                  </p:nvPicPr>
                  <p:blipFill>
                    <a:blip r:embed="rId10" cstate="print"/>
                    <a:stretch>
                      <a:fillRect/>
                    </a:stretch>
                  </p:blipFill>
                  <p:spPr>
                    <a:xfrm>
                      <a:off x="13242919" y="3973042"/>
                      <a:ext cx="1340186" cy="532674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37" name="Object 36"/>
                  <p:cNvPicPr>
                    <a:picLocks noChangeAspect="1"/>
                  </p:cNvPicPr>
                  <p:nvPr/>
                </p:nvPicPr>
                <p:blipFill>
                  <a:blip r:embed="rId12" cstate="print"/>
                  <a:stretch>
                    <a:fillRect/>
                  </a:stretch>
                </p:blipFill>
                <p:spPr>
                  <a:xfrm>
                    <a:off x="13224061" y="4016779"/>
                    <a:ext cx="1209334" cy="487325"/>
                  </a:xfrm>
                  <a:prstGeom prst="rect">
                    <a:avLst/>
                  </a:prstGeom>
                </p:spPr>
              </p:pic>
              <p:grpSp>
                <p:nvGrpSpPr>
                  <p:cNvPr id="1013" name="그룹 1013"/>
                  <p:cNvGrpSpPr/>
                  <p:nvPr/>
                </p:nvGrpSpPr>
                <p:grpSpPr>
                  <a:xfrm>
                    <a:off x="14801917" y="3973042"/>
                    <a:ext cx="1340186" cy="532674"/>
                    <a:chOff x="14801917" y="3973042"/>
                    <a:chExt cx="1340186" cy="532674"/>
                  </a:xfrm>
                </p:grpSpPr>
                <p:pic>
                  <p:nvPicPr>
                    <p:cNvPr id="39" name="Object 38"/>
                    <p:cNvPicPr>
                      <a:picLocks noChangeAspect="1"/>
                    </p:cNvPicPr>
                    <p:nvPr/>
                  </p:nvPicPr>
                  <p:blipFill>
                    <a:blip r:embed="rId10" cstate="print"/>
                    <a:stretch>
                      <a:fillRect/>
                    </a:stretch>
                  </p:blipFill>
                  <p:spPr>
                    <a:xfrm>
                      <a:off x="14801917" y="3973042"/>
                      <a:ext cx="1340186" cy="532674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41" name="Object 40"/>
                  <p:cNvPicPr>
                    <a:picLocks noChangeAspect="1"/>
                  </p:cNvPicPr>
                  <p:nvPr/>
                </p:nvPicPr>
                <p:blipFill>
                  <a:blip r:embed="rId12" cstate="print"/>
                  <a:stretch>
                    <a:fillRect/>
                  </a:stretch>
                </p:blipFill>
                <p:spPr>
                  <a:xfrm>
                    <a:off x="14783059" y="4016779"/>
                    <a:ext cx="1209334" cy="487325"/>
                  </a:xfrm>
                  <a:prstGeom prst="rect">
                    <a:avLst/>
                  </a:prstGeom>
                </p:spPr>
              </p:pic>
              <p:grpSp>
                <p:nvGrpSpPr>
                  <p:cNvPr id="1014" name="그룹 1014"/>
                  <p:cNvGrpSpPr/>
                  <p:nvPr/>
                </p:nvGrpSpPr>
                <p:grpSpPr>
                  <a:xfrm>
                    <a:off x="16335938" y="3973042"/>
                    <a:ext cx="1340186" cy="532674"/>
                    <a:chOff x="16335938" y="3973042"/>
                    <a:chExt cx="1340186" cy="532674"/>
                  </a:xfrm>
                </p:grpSpPr>
                <p:pic>
                  <p:nvPicPr>
                    <p:cNvPr id="43" name="Object 42"/>
                    <p:cNvPicPr>
                      <a:picLocks noChangeAspect="1"/>
                    </p:cNvPicPr>
                    <p:nvPr/>
                  </p:nvPicPr>
                  <p:blipFill>
                    <a:blip r:embed="rId10" cstate="print"/>
                    <a:stretch>
                      <a:fillRect/>
                    </a:stretch>
                  </p:blipFill>
                  <p:spPr>
                    <a:xfrm>
                      <a:off x="16335938" y="3973042"/>
                      <a:ext cx="1340186" cy="532674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45" name="Object 44"/>
                  <p:cNvPicPr>
                    <a:picLocks noChangeAspect="1"/>
                  </p:cNvPicPr>
                  <p:nvPr/>
                </p:nvPicPr>
                <p:blipFill>
                  <a:blip r:embed="rId12" cstate="print"/>
                  <a:stretch>
                    <a:fillRect/>
                  </a:stretch>
                </p:blipFill>
                <p:spPr>
                  <a:xfrm>
                    <a:off x="16317079" y="4016779"/>
                    <a:ext cx="1209334" cy="487325"/>
                  </a:xfrm>
                  <a:prstGeom prst="rect">
                    <a:avLst/>
                  </a:prstGeom>
                </p:spPr>
              </p:pic>
              <p:grpSp>
                <p:nvGrpSpPr>
                  <p:cNvPr id="1015" name="그룹 1015"/>
                  <p:cNvGrpSpPr/>
                  <p:nvPr/>
                </p:nvGrpSpPr>
                <p:grpSpPr>
                  <a:xfrm>
                    <a:off x="10118712" y="4699549"/>
                    <a:ext cx="1340186" cy="532674"/>
                    <a:chOff x="10118712" y="4699549"/>
                    <a:chExt cx="1340186" cy="532674"/>
                  </a:xfrm>
                </p:grpSpPr>
                <p:pic>
                  <p:nvPicPr>
                    <p:cNvPr id="47" name="Object 46"/>
                    <p:cNvPicPr>
                      <a:picLocks noChangeAspect="1"/>
                    </p:cNvPicPr>
                    <p:nvPr/>
                  </p:nvPicPr>
                  <p:blipFill>
                    <a:blip r:embed="rId10" cstate="print"/>
                    <a:stretch>
                      <a:fillRect/>
                    </a:stretch>
                  </p:blipFill>
                  <p:spPr>
                    <a:xfrm>
                      <a:off x="10118712" y="4699549"/>
                      <a:ext cx="1340186" cy="532674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49" name="Object 48"/>
                  <p:cNvPicPr>
                    <a:picLocks noChangeAspect="1"/>
                  </p:cNvPicPr>
                  <p:nvPr/>
                </p:nvPicPr>
                <p:blipFill>
                  <a:blip r:embed="rId13" cstate="print"/>
                  <a:stretch>
                    <a:fillRect/>
                  </a:stretch>
                </p:blipFill>
                <p:spPr>
                  <a:xfrm>
                    <a:off x="10099854" y="4755079"/>
                    <a:ext cx="1286677" cy="448249"/>
                  </a:xfrm>
                  <a:prstGeom prst="rect">
                    <a:avLst/>
                  </a:prstGeom>
                </p:spPr>
              </p:pic>
              <p:grpSp>
                <p:nvGrpSpPr>
                  <p:cNvPr id="1016" name="그룹 1016"/>
                  <p:cNvGrpSpPr/>
                  <p:nvPr/>
                </p:nvGrpSpPr>
                <p:grpSpPr>
                  <a:xfrm>
                    <a:off x="11677710" y="4699549"/>
                    <a:ext cx="1340186" cy="532674"/>
                    <a:chOff x="11677710" y="4699549"/>
                    <a:chExt cx="1340186" cy="532674"/>
                  </a:xfrm>
                </p:grpSpPr>
                <p:pic>
                  <p:nvPicPr>
                    <p:cNvPr id="51" name="Object 50"/>
                    <p:cNvPicPr>
                      <a:picLocks noChangeAspect="1"/>
                    </p:cNvPicPr>
                    <p:nvPr/>
                  </p:nvPicPr>
                  <p:blipFill>
                    <a:blip r:embed="rId10" cstate="print"/>
                    <a:stretch>
                      <a:fillRect/>
                    </a:stretch>
                  </p:blipFill>
                  <p:spPr>
                    <a:xfrm>
                      <a:off x="11677710" y="4699549"/>
                      <a:ext cx="1340186" cy="532674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53" name="Object 52"/>
                  <p:cNvPicPr>
                    <a:picLocks noChangeAspect="1"/>
                  </p:cNvPicPr>
                  <p:nvPr/>
                </p:nvPicPr>
                <p:blipFill>
                  <a:blip r:embed="rId13" cstate="print"/>
                  <a:stretch>
                    <a:fillRect/>
                  </a:stretch>
                </p:blipFill>
                <p:spPr>
                  <a:xfrm>
                    <a:off x="11658851" y="4755079"/>
                    <a:ext cx="1286677" cy="448249"/>
                  </a:xfrm>
                  <a:prstGeom prst="rect">
                    <a:avLst/>
                  </a:prstGeom>
                </p:spPr>
              </p:pic>
              <p:grpSp>
                <p:nvGrpSpPr>
                  <p:cNvPr id="1017" name="그룹 1017"/>
                  <p:cNvGrpSpPr/>
                  <p:nvPr/>
                </p:nvGrpSpPr>
                <p:grpSpPr>
                  <a:xfrm>
                    <a:off x="13242919" y="4699549"/>
                    <a:ext cx="1340186" cy="532674"/>
                    <a:chOff x="13242919" y="4699549"/>
                    <a:chExt cx="1340186" cy="532674"/>
                  </a:xfrm>
                </p:grpSpPr>
                <p:pic>
                  <p:nvPicPr>
                    <p:cNvPr id="55" name="Object 54"/>
                    <p:cNvPicPr>
                      <a:picLocks noChangeAspect="1"/>
                    </p:cNvPicPr>
                    <p:nvPr/>
                  </p:nvPicPr>
                  <p:blipFill>
                    <a:blip r:embed="rId10" cstate="print"/>
                    <a:stretch>
                      <a:fillRect/>
                    </a:stretch>
                  </p:blipFill>
                  <p:spPr>
                    <a:xfrm>
                      <a:off x="13242919" y="4699549"/>
                      <a:ext cx="1340186" cy="532674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57" name="Object 56"/>
                  <p:cNvPicPr>
                    <a:picLocks noChangeAspect="1"/>
                  </p:cNvPicPr>
                  <p:nvPr/>
                </p:nvPicPr>
                <p:blipFill>
                  <a:blip r:embed="rId14" cstate="print"/>
                  <a:stretch>
                    <a:fillRect/>
                  </a:stretch>
                </p:blipFill>
                <p:spPr>
                  <a:xfrm>
                    <a:off x="13224060" y="4755079"/>
                    <a:ext cx="1286668" cy="448249"/>
                  </a:xfrm>
                  <a:prstGeom prst="rect">
                    <a:avLst/>
                  </a:prstGeom>
                </p:spPr>
              </p:pic>
              <p:grpSp>
                <p:nvGrpSpPr>
                  <p:cNvPr id="1018" name="그룹 1018"/>
                  <p:cNvGrpSpPr/>
                  <p:nvPr/>
                </p:nvGrpSpPr>
                <p:grpSpPr>
                  <a:xfrm>
                    <a:off x="14801917" y="4699549"/>
                    <a:ext cx="1340186" cy="532674"/>
                    <a:chOff x="14801917" y="4699549"/>
                    <a:chExt cx="1340186" cy="532674"/>
                  </a:xfrm>
                </p:grpSpPr>
                <p:pic>
                  <p:nvPicPr>
                    <p:cNvPr id="59" name="Object 58"/>
                    <p:cNvPicPr>
                      <a:picLocks noChangeAspect="1"/>
                    </p:cNvPicPr>
                    <p:nvPr/>
                  </p:nvPicPr>
                  <p:blipFill>
                    <a:blip r:embed="rId10" cstate="print"/>
                    <a:stretch>
                      <a:fillRect/>
                    </a:stretch>
                  </p:blipFill>
                  <p:spPr>
                    <a:xfrm>
                      <a:off x="14801917" y="4699549"/>
                      <a:ext cx="1340186" cy="532674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61" name="Object 60"/>
                  <p:cNvPicPr>
                    <a:picLocks noChangeAspect="1"/>
                  </p:cNvPicPr>
                  <p:nvPr/>
                </p:nvPicPr>
                <p:blipFill>
                  <a:blip r:embed="rId13" cstate="print"/>
                  <a:stretch>
                    <a:fillRect/>
                  </a:stretch>
                </p:blipFill>
                <p:spPr>
                  <a:xfrm>
                    <a:off x="14783056" y="4755079"/>
                    <a:ext cx="1286677" cy="448249"/>
                  </a:xfrm>
                  <a:prstGeom prst="rect">
                    <a:avLst/>
                  </a:prstGeom>
                </p:spPr>
              </p:pic>
              <p:grpSp>
                <p:nvGrpSpPr>
                  <p:cNvPr id="1019" name="그룹 1019"/>
                  <p:cNvGrpSpPr/>
                  <p:nvPr/>
                </p:nvGrpSpPr>
                <p:grpSpPr>
                  <a:xfrm>
                    <a:off x="16335938" y="4699549"/>
                    <a:ext cx="1340186" cy="532674"/>
                    <a:chOff x="16335938" y="4699549"/>
                    <a:chExt cx="1340186" cy="532674"/>
                  </a:xfrm>
                </p:grpSpPr>
                <p:pic>
                  <p:nvPicPr>
                    <p:cNvPr id="63" name="Object 62"/>
                    <p:cNvPicPr>
                      <a:picLocks noChangeAspect="1"/>
                    </p:cNvPicPr>
                    <p:nvPr/>
                  </p:nvPicPr>
                  <p:blipFill>
                    <a:blip r:embed="rId10" cstate="print"/>
                    <a:stretch>
                      <a:fillRect/>
                    </a:stretch>
                  </p:blipFill>
                  <p:spPr>
                    <a:xfrm>
                      <a:off x="16335938" y="4699549"/>
                      <a:ext cx="1340186" cy="532674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65" name="Object 64"/>
                  <p:cNvPicPr>
                    <a:picLocks noChangeAspect="1"/>
                  </p:cNvPicPr>
                  <p:nvPr/>
                </p:nvPicPr>
                <p:blipFill>
                  <a:blip r:embed="rId13" cstate="print"/>
                  <a:stretch>
                    <a:fillRect/>
                  </a:stretch>
                </p:blipFill>
                <p:spPr>
                  <a:xfrm>
                    <a:off x="16317105" y="4755079"/>
                    <a:ext cx="1286677" cy="448249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20" name="그룹 1020"/>
                <p:cNvGrpSpPr/>
                <p:nvPr/>
              </p:nvGrpSpPr>
              <p:grpSpPr>
                <a:xfrm>
                  <a:off x="10118712" y="3973042"/>
                  <a:ext cx="1340186" cy="532674"/>
                  <a:chOff x="10118712" y="3973042"/>
                  <a:chExt cx="1340186" cy="532674"/>
                </a:xfrm>
              </p:grpSpPr>
              <p:pic>
                <p:nvPicPr>
                  <p:cNvPr id="68" name="Object 67"/>
                  <p:cNvPicPr>
                    <a:picLocks noChangeAspect="1"/>
                  </p:cNvPicPr>
                  <p:nvPr/>
                </p:nvPicPr>
                <p:blipFill>
                  <a:blip r:embed="rId10" cstate="print"/>
                  <a:stretch>
                    <a:fillRect/>
                  </a:stretch>
                </p:blipFill>
                <p:spPr>
                  <a:xfrm>
                    <a:off x="10118712" y="3973042"/>
                    <a:ext cx="1340186" cy="532674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0" name="Object 69"/>
                <p:cNvPicPr>
                  <a:picLocks noChangeAspect="1"/>
                </p:cNvPicPr>
                <p:nvPr/>
              </p:nvPicPr>
              <p:blipFill>
                <a:blip r:embed="rId15" cstate="print"/>
                <a:stretch>
                  <a:fillRect/>
                </a:stretch>
              </p:blipFill>
              <p:spPr>
                <a:xfrm>
                  <a:off x="10099854" y="4016779"/>
                  <a:ext cx="1209344" cy="487325"/>
                </a:xfrm>
                <a:prstGeom prst="rect">
                  <a:avLst/>
                </a:prstGeom>
              </p:spPr>
            </p:pic>
            <p:grpSp>
              <p:nvGrpSpPr>
                <p:cNvPr id="1021" name="그룹 1021"/>
                <p:cNvGrpSpPr/>
                <p:nvPr/>
              </p:nvGrpSpPr>
              <p:grpSpPr>
                <a:xfrm>
                  <a:off x="11677710" y="3973042"/>
                  <a:ext cx="1340186" cy="532674"/>
                  <a:chOff x="11677710" y="3973042"/>
                  <a:chExt cx="1340186" cy="532674"/>
                </a:xfrm>
              </p:grpSpPr>
              <p:pic>
                <p:nvPicPr>
                  <p:cNvPr id="72" name="Object 71"/>
                  <p:cNvPicPr>
                    <a:picLocks noChangeAspect="1"/>
                  </p:cNvPicPr>
                  <p:nvPr/>
                </p:nvPicPr>
                <p:blipFill>
                  <a:blip r:embed="rId10" cstate="print"/>
                  <a:stretch>
                    <a:fillRect/>
                  </a:stretch>
                </p:blipFill>
                <p:spPr>
                  <a:xfrm>
                    <a:off x="11677710" y="3973042"/>
                    <a:ext cx="1340186" cy="532674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4" name="Object 73"/>
                <p:cNvPicPr>
                  <a:picLocks noChangeAspect="1"/>
                </p:cNvPicPr>
                <p:nvPr/>
              </p:nvPicPr>
              <p:blipFill>
                <a:blip r:embed="rId16" cstate="print"/>
                <a:stretch>
                  <a:fillRect/>
                </a:stretch>
              </p:blipFill>
              <p:spPr>
                <a:xfrm>
                  <a:off x="11658852" y="4016779"/>
                  <a:ext cx="1209334" cy="487325"/>
                </a:xfrm>
                <a:prstGeom prst="rect">
                  <a:avLst/>
                </a:prstGeom>
              </p:spPr>
            </p:pic>
            <p:grpSp>
              <p:nvGrpSpPr>
                <p:cNvPr id="1022" name="그룹 1022"/>
                <p:cNvGrpSpPr/>
                <p:nvPr/>
              </p:nvGrpSpPr>
              <p:grpSpPr>
                <a:xfrm>
                  <a:off x="13242919" y="3973042"/>
                  <a:ext cx="1340186" cy="532674"/>
                  <a:chOff x="13242919" y="3973042"/>
                  <a:chExt cx="1340186" cy="532674"/>
                </a:xfrm>
              </p:grpSpPr>
              <p:pic>
                <p:nvPicPr>
                  <p:cNvPr id="76" name="Object 75"/>
                  <p:cNvPicPr>
                    <a:picLocks noChangeAspect="1"/>
                  </p:cNvPicPr>
                  <p:nvPr/>
                </p:nvPicPr>
                <p:blipFill>
                  <a:blip r:embed="rId10" cstate="print"/>
                  <a:stretch>
                    <a:fillRect/>
                  </a:stretch>
                </p:blipFill>
                <p:spPr>
                  <a:xfrm>
                    <a:off x="13242919" y="3973042"/>
                    <a:ext cx="1340186" cy="532674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8" name="Object 77"/>
                <p:cNvPicPr>
                  <a:picLocks noChangeAspect="1"/>
                </p:cNvPicPr>
                <p:nvPr/>
              </p:nvPicPr>
              <p:blipFill>
                <a:blip r:embed="rId16" cstate="print"/>
                <a:stretch>
                  <a:fillRect/>
                </a:stretch>
              </p:blipFill>
              <p:spPr>
                <a:xfrm>
                  <a:off x="13224061" y="4016779"/>
                  <a:ext cx="1209334" cy="487325"/>
                </a:xfrm>
                <a:prstGeom prst="rect">
                  <a:avLst/>
                </a:prstGeom>
              </p:spPr>
            </p:pic>
            <p:grpSp>
              <p:nvGrpSpPr>
                <p:cNvPr id="1023" name="그룹 1023"/>
                <p:cNvGrpSpPr/>
                <p:nvPr/>
              </p:nvGrpSpPr>
              <p:grpSpPr>
                <a:xfrm>
                  <a:off x="14801917" y="3973042"/>
                  <a:ext cx="1340186" cy="532674"/>
                  <a:chOff x="14801917" y="3973042"/>
                  <a:chExt cx="1340186" cy="532674"/>
                </a:xfrm>
              </p:grpSpPr>
              <p:pic>
                <p:nvPicPr>
                  <p:cNvPr id="80" name="Object 79"/>
                  <p:cNvPicPr>
                    <a:picLocks noChangeAspect="1"/>
                  </p:cNvPicPr>
                  <p:nvPr/>
                </p:nvPicPr>
                <p:blipFill>
                  <a:blip r:embed="rId10" cstate="print"/>
                  <a:stretch>
                    <a:fillRect/>
                  </a:stretch>
                </p:blipFill>
                <p:spPr>
                  <a:xfrm>
                    <a:off x="14801917" y="3973042"/>
                    <a:ext cx="1340186" cy="532674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82" name="Object 81"/>
                <p:cNvPicPr>
                  <a:picLocks noChangeAspect="1"/>
                </p:cNvPicPr>
                <p:nvPr/>
              </p:nvPicPr>
              <p:blipFill>
                <a:blip r:embed="rId16" cstate="print"/>
                <a:stretch>
                  <a:fillRect/>
                </a:stretch>
              </p:blipFill>
              <p:spPr>
                <a:xfrm>
                  <a:off x="14783059" y="4016779"/>
                  <a:ext cx="1209334" cy="487325"/>
                </a:xfrm>
                <a:prstGeom prst="rect">
                  <a:avLst/>
                </a:prstGeom>
              </p:spPr>
            </p:pic>
            <p:grpSp>
              <p:nvGrpSpPr>
                <p:cNvPr id="1024" name="그룹 1024"/>
                <p:cNvGrpSpPr/>
                <p:nvPr/>
              </p:nvGrpSpPr>
              <p:grpSpPr>
                <a:xfrm>
                  <a:off x="16335938" y="3973042"/>
                  <a:ext cx="1340186" cy="532674"/>
                  <a:chOff x="16335938" y="3973042"/>
                  <a:chExt cx="1340186" cy="532674"/>
                </a:xfrm>
              </p:grpSpPr>
              <p:pic>
                <p:nvPicPr>
                  <p:cNvPr id="84" name="Object 83"/>
                  <p:cNvPicPr>
                    <a:picLocks noChangeAspect="1"/>
                  </p:cNvPicPr>
                  <p:nvPr/>
                </p:nvPicPr>
                <p:blipFill>
                  <a:blip r:embed="rId10" cstate="print"/>
                  <a:stretch>
                    <a:fillRect/>
                  </a:stretch>
                </p:blipFill>
                <p:spPr>
                  <a:xfrm>
                    <a:off x="16335938" y="3973042"/>
                    <a:ext cx="1340186" cy="532674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86" name="Object 85"/>
                <p:cNvPicPr>
                  <a:picLocks noChangeAspect="1"/>
                </p:cNvPicPr>
                <p:nvPr/>
              </p:nvPicPr>
              <p:blipFill>
                <a:blip r:embed="rId16" cstate="print"/>
                <a:stretch>
                  <a:fillRect/>
                </a:stretch>
              </p:blipFill>
              <p:spPr>
                <a:xfrm>
                  <a:off x="16317079" y="4016779"/>
                  <a:ext cx="1209334" cy="487325"/>
                </a:xfrm>
                <a:prstGeom prst="rect">
                  <a:avLst/>
                </a:prstGeom>
              </p:spPr>
            </p:pic>
            <p:grpSp>
              <p:nvGrpSpPr>
                <p:cNvPr id="1025" name="그룹 1025"/>
                <p:cNvGrpSpPr/>
                <p:nvPr/>
              </p:nvGrpSpPr>
              <p:grpSpPr>
                <a:xfrm>
                  <a:off x="10118712" y="4699549"/>
                  <a:ext cx="1340186" cy="532674"/>
                  <a:chOff x="10118712" y="4699549"/>
                  <a:chExt cx="1340186" cy="532674"/>
                </a:xfrm>
              </p:grpSpPr>
              <p:pic>
                <p:nvPicPr>
                  <p:cNvPr id="88" name="Object 87"/>
                  <p:cNvPicPr>
                    <a:picLocks noChangeAspect="1"/>
                  </p:cNvPicPr>
                  <p:nvPr/>
                </p:nvPicPr>
                <p:blipFill>
                  <a:blip r:embed="rId10" cstate="print"/>
                  <a:stretch>
                    <a:fillRect/>
                  </a:stretch>
                </p:blipFill>
                <p:spPr>
                  <a:xfrm>
                    <a:off x="10118712" y="4699549"/>
                    <a:ext cx="1340186" cy="532674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90" name="Object 89"/>
                <p:cNvPicPr>
                  <a:picLocks noChangeAspect="1"/>
                </p:cNvPicPr>
                <p:nvPr/>
              </p:nvPicPr>
              <p:blipFill>
                <a:blip r:embed="rId17" cstate="print"/>
                <a:stretch>
                  <a:fillRect/>
                </a:stretch>
              </p:blipFill>
              <p:spPr>
                <a:xfrm>
                  <a:off x="10099854" y="4755079"/>
                  <a:ext cx="1286677" cy="448249"/>
                </a:xfrm>
                <a:prstGeom prst="rect">
                  <a:avLst/>
                </a:prstGeom>
              </p:spPr>
            </p:pic>
            <p:grpSp>
              <p:nvGrpSpPr>
                <p:cNvPr id="1026" name="그룹 1026"/>
                <p:cNvGrpSpPr/>
                <p:nvPr/>
              </p:nvGrpSpPr>
              <p:grpSpPr>
                <a:xfrm>
                  <a:off x="11677710" y="4699549"/>
                  <a:ext cx="1340186" cy="532674"/>
                  <a:chOff x="11677710" y="4699549"/>
                  <a:chExt cx="1340186" cy="532674"/>
                </a:xfrm>
              </p:grpSpPr>
              <p:pic>
                <p:nvPicPr>
                  <p:cNvPr id="92" name="Object 91"/>
                  <p:cNvPicPr>
                    <a:picLocks noChangeAspect="1"/>
                  </p:cNvPicPr>
                  <p:nvPr/>
                </p:nvPicPr>
                <p:blipFill>
                  <a:blip r:embed="rId10" cstate="print"/>
                  <a:stretch>
                    <a:fillRect/>
                  </a:stretch>
                </p:blipFill>
                <p:spPr>
                  <a:xfrm>
                    <a:off x="11677710" y="4699549"/>
                    <a:ext cx="1340186" cy="532674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94" name="Object 93"/>
                <p:cNvPicPr>
                  <a:picLocks noChangeAspect="1"/>
                </p:cNvPicPr>
                <p:nvPr/>
              </p:nvPicPr>
              <p:blipFill>
                <a:blip r:embed="rId17" cstate="print"/>
                <a:stretch>
                  <a:fillRect/>
                </a:stretch>
              </p:blipFill>
              <p:spPr>
                <a:xfrm>
                  <a:off x="11658851" y="4755079"/>
                  <a:ext cx="1286677" cy="448249"/>
                </a:xfrm>
                <a:prstGeom prst="rect">
                  <a:avLst/>
                </a:prstGeom>
              </p:spPr>
            </p:pic>
            <p:grpSp>
              <p:nvGrpSpPr>
                <p:cNvPr id="1027" name="그룹 1027"/>
                <p:cNvGrpSpPr/>
                <p:nvPr/>
              </p:nvGrpSpPr>
              <p:grpSpPr>
                <a:xfrm>
                  <a:off x="13242919" y="4699549"/>
                  <a:ext cx="1340186" cy="532674"/>
                  <a:chOff x="13242919" y="4699549"/>
                  <a:chExt cx="1340186" cy="532674"/>
                </a:xfrm>
              </p:grpSpPr>
              <p:pic>
                <p:nvPicPr>
                  <p:cNvPr id="96" name="Object 95"/>
                  <p:cNvPicPr>
                    <a:picLocks noChangeAspect="1"/>
                  </p:cNvPicPr>
                  <p:nvPr/>
                </p:nvPicPr>
                <p:blipFill>
                  <a:blip r:embed="rId10" cstate="print"/>
                  <a:stretch>
                    <a:fillRect/>
                  </a:stretch>
                </p:blipFill>
                <p:spPr>
                  <a:xfrm>
                    <a:off x="13242919" y="4699549"/>
                    <a:ext cx="1340186" cy="532674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98" name="Object 97"/>
                <p:cNvPicPr>
                  <a:picLocks noChangeAspect="1"/>
                </p:cNvPicPr>
                <p:nvPr/>
              </p:nvPicPr>
              <p:blipFill>
                <a:blip r:embed="rId18" cstate="print"/>
                <a:stretch>
                  <a:fillRect/>
                </a:stretch>
              </p:blipFill>
              <p:spPr>
                <a:xfrm>
                  <a:off x="13224060" y="4755079"/>
                  <a:ext cx="1286668" cy="448249"/>
                </a:xfrm>
                <a:prstGeom prst="rect">
                  <a:avLst/>
                </a:prstGeom>
              </p:spPr>
            </p:pic>
            <p:grpSp>
              <p:nvGrpSpPr>
                <p:cNvPr id="1028" name="그룹 1028"/>
                <p:cNvGrpSpPr/>
                <p:nvPr/>
              </p:nvGrpSpPr>
              <p:grpSpPr>
                <a:xfrm>
                  <a:off x="14801917" y="4699549"/>
                  <a:ext cx="1340186" cy="532674"/>
                  <a:chOff x="14801917" y="4699549"/>
                  <a:chExt cx="1340186" cy="532674"/>
                </a:xfrm>
              </p:grpSpPr>
              <p:pic>
                <p:nvPicPr>
                  <p:cNvPr id="100" name="Object 99"/>
                  <p:cNvPicPr>
                    <a:picLocks noChangeAspect="1"/>
                  </p:cNvPicPr>
                  <p:nvPr/>
                </p:nvPicPr>
                <p:blipFill>
                  <a:blip r:embed="rId10" cstate="print"/>
                  <a:stretch>
                    <a:fillRect/>
                  </a:stretch>
                </p:blipFill>
                <p:spPr>
                  <a:xfrm>
                    <a:off x="14801917" y="4699549"/>
                    <a:ext cx="1340186" cy="532674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02" name="Object 101"/>
                <p:cNvPicPr>
                  <a:picLocks noChangeAspect="1"/>
                </p:cNvPicPr>
                <p:nvPr/>
              </p:nvPicPr>
              <p:blipFill>
                <a:blip r:embed="rId17" cstate="print"/>
                <a:stretch>
                  <a:fillRect/>
                </a:stretch>
              </p:blipFill>
              <p:spPr>
                <a:xfrm>
                  <a:off x="14783056" y="4755079"/>
                  <a:ext cx="1286677" cy="448249"/>
                </a:xfrm>
                <a:prstGeom prst="rect">
                  <a:avLst/>
                </a:prstGeom>
              </p:spPr>
            </p:pic>
            <p:grpSp>
              <p:nvGrpSpPr>
                <p:cNvPr id="1029" name="그룹 1029"/>
                <p:cNvGrpSpPr/>
                <p:nvPr/>
              </p:nvGrpSpPr>
              <p:grpSpPr>
                <a:xfrm>
                  <a:off x="16335938" y="4699549"/>
                  <a:ext cx="1340186" cy="532674"/>
                  <a:chOff x="16335938" y="4699549"/>
                  <a:chExt cx="1340186" cy="532674"/>
                </a:xfrm>
              </p:grpSpPr>
              <p:pic>
                <p:nvPicPr>
                  <p:cNvPr id="104" name="Object 103"/>
                  <p:cNvPicPr>
                    <a:picLocks noChangeAspect="1"/>
                  </p:cNvPicPr>
                  <p:nvPr/>
                </p:nvPicPr>
                <p:blipFill>
                  <a:blip r:embed="rId10" cstate="print"/>
                  <a:stretch>
                    <a:fillRect/>
                  </a:stretch>
                </p:blipFill>
                <p:spPr>
                  <a:xfrm>
                    <a:off x="16335938" y="4699549"/>
                    <a:ext cx="1340186" cy="532674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06" name="Object 105"/>
                <p:cNvPicPr>
                  <a:picLocks noChangeAspect="1"/>
                </p:cNvPicPr>
                <p:nvPr/>
              </p:nvPicPr>
              <p:blipFill>
                <a:blip r:embed="rId17" cstate="print"/>
                <a:stretch>
                  <a:fillRect/>
                </a:stretch>
              </p:blipFill>
              <p:spPr>
                <a:xfrm>
                  <a:off x="16317105" y="4755079"/>
                  <a:ext cx="1286677" cy="448249"/>
                </a:xfrm>
                <a:prstGeom prst="rect">
                  <a:avLst/>
                </a:prstGeom>
              </p:spPr>
            </p:pic>
          </p:grpSp>
          <p:grpSp>
            <p:nvGrpSpPr>
              <p:cNvPr id="1030" name="그룹 1030"/>
              <p:cNvGrpSpPr/>
              <p:nvPr/>
            </p:nvGrpSpPr>
            <p:grpSpPr>
              <a:xfrm>
                <a:off x="13704123" y="5561249"/>
                <a:ext cx="528702" cy="528702"/>
                <a:chOff x="13704123" y="5561249"/>
                <a:chExt cx="528702" cy="528702"/>
              </a:xfrm>
            </p:grpSpPr>
            <p:pic>
              <p:nvPicPr>
                <p:cNvPr id="109" name="Object 108"/>
                <p:cNvPicPr>
                  <a:picLocks noChangeAspect="1"/>
                </p:cNvPicPr>
                <p:nvPr/>
              </p:nvPicPr>
              <p:blipFill>
                <a:blip r:embed="rId9" cstate="print"/>
                <a:stretch>
                  <a:fillRect/>
                </a:stretch>
              </p:blipFill>
              <p:spPr>
                <a:xfrm>
                  <a:off x="13704123" y="5561249"/>
                  <a:ext cx="528702" cy="528702"/>
                </a:xfrm>
                <a:prstGeom prst="rect">
                  <a:avLst/>
                </a:prstGeom>
              </p:spPr>
            </p:pic>
          </p:grpSp>
          <p:grpSp>
            <p:nvGrpSpPr>
              <p:cNvPr id="1031" name="그룹 1031"/>
              <p:cNvGrpSpPr/>
              <p:nvPr/>
            </p:nvGrpSpPr>
            <p:grpSpPr>
              <a:xfrm>
                <a:off x="13713241" y="6183468"/>
                <a:ext cx="528702" cy="528702"/>
                <a:chOff x="13713241" y="6183468"/>
                <a:chExt cx="528702" cy="528702"/>
              </a:xfrm>
            </p:grpSpPr>
            <p:pic>
              <p:nvPicPr>
                <p:cNvPr id="112" name="Object 111"/>
                <p:cNvPicPr>
                  <a:picLocks noChangeAspect="1"/>
                </p:cNvPicPr>
                <p:nvPr/>
              </p:nvPicPr>
              <p:blipFill>
                <a:blip r:embed="rId9" cstate="print"/>
                <a:stretch>
                  <a:fillRect/>
                </a:stretch>
              </p:blipFill>
              <p:spPr>
                <a:xfrm>
                  <a:off x="13713241" y="6183468"/>
                  <a:ext cx="528702" cy="528702"/>
                </a:xfrm>
                <a:prstGeom prst="rect">
                  <a:avLst/>
                </a:prstGeom>
              </p:spPr>
            </p:pic>
          </p:grpSp>
          <p:grpSp>
            <p:nvGrpSpPr>
              <p:cNvPr id="1032" name="그룹 1032"/>
              <p:cNvGrpSpPr/>
              <p:nvPr/>
            </p:nvGrpSpPr>
            <p:grpSpPr>
              <a:xfrm>
                <a:off x="13728776" y="6784989"/>
                <a:ext cx="528702" cy="528702"/>
                <a:chOff x="13728776" y="6784989"/>
                <a:chExt cx="528702" cy="528702"/>
              </a:xfrm>
            </p:grpSpPr>
            <p:pic>
              <p:nvPicPr>
                <p:cNvPr id="115" name="Object 114"/>
                <p:cNvPicPr>
                  <a:picLocks noChangeAspect="1"/>
                </p:cNvPicPr>
                <p:nvPr/>
              </p:nvPicPr>
              <p:blipFill>
                <a:blip r:embed="rId9" cstate="print"/>
                <a:stretch>
                  <a:fillRect/>
                </a:stretch>
              </p:blipFill>
              <p:spPr>
                <a:xfrm>
                  <a:off x="13728776" y="6784989"/>
                  <a:ext cx="528702" cy="528702"/>
                </a:xfrm>
                <a:prstGeom prst="rect">
                  <a:avLst/>
                </a:prstGeom>
              </p:spPr>
            </p:pic>
          </p:grpSp>
          <p:grpSp>
            <p:nvGrpSpPr>
              <p:cNvPr id="1033" name="그룹 1033"/>
              <p:cNvGrpSpPr/>
              <p:nvPr/>
            </p:nvGrpSpPr>
            <p:grpSpPr>
              <a:xfrm>
                <a:off x="10202094" y="7837424"/>
                <a:ext cx="7557412" cy="1259181"/>
                <a:chOff x="10202094" y="7837424"/>
                <a:chExt cx="7557412" cy="1259181"/>
              </a:xfrm>
            </p:grpSpPr>
            <p:grpSp>
              <p:nvGrpSpPr>
                <p:cNvPr id="1034" name="그룹 1034"/>
                <p:cNvGrpSpPr/>
                <p:nvPr/>
              </p:nvGrpSpPr>
              <p:grpSpPr>
                <a:xfrm>
                  <a:off x="10202094" y="7837424"/>
                  <a:ext cx="7557412" cy="1259181"/>
                  <a:chOff x="10202094" y="7837424"/>
                  <a:chExt cx="7557412" cy="1259181"/>
                </a:xfrm>
              </p:grpSpPr>
              <p:grpSp>
                <p:nvGrpSpPr>
                  <p:cNvPr id="1035" name="그룹 1035"/>
                  <p:cNvGrpSpPr/>
                  <p:nvPr/>
                </p:nvGrpSpPr>
                <p:grpSpPr>
                  <a:xfrm>
                    <a:off x="10202094" y="7837424"/>
                    <a:ext cx="1340186" cy="532674"/>
                    <a:chOff x="10202094" y="7837424"/>
                    <a:chExt cx="1340186" cy="532674"/>
                  </a:xfrm>
                </p:grpSpPr>
                <p:pic>
                  <p:nvPicPr>
                    <p:cNvPr id="120" name="Object 119"/>
                    <p:cNvPicPr>
                      <a:picLocks noChangeAspect="1"/>
                    </p:cNvPicPr>
                    <p:nvPr/>
                  </p:nvPicPr>
                  <p:blipFill>
                    <a:blip r:embed="rId10" cstate="print"/>
                    <a:stretch>
                      <a:fillRect/>
                    </a:stretch>
                  </p:blipFill>
                  <p:spPr>
                    <a:xfrm>
                      <a:off x="10202094" y="7837424"/>
                      <a:ext cx="1340186" cy="532674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122" name="Object 121"/>
                  <p:cNvPicPr>
                    <a:picLocks noChangeAspect="1"/>
                  </p:cNvPicPr>
                  <p:nvPr/>
                </p:nvPicPr>
                <p:blipFill>
                  <a:blip r:embed="rId12" cstate="print"/>
                  <a:stretch>
                    <a:fillRect/>
                  </a:stretch>
                </p:blipFill>
                <p:spPr>
                  <a:xfrm>
                    <a:off x="10183236" y="7881162"/>
                    <a:ext cx="1209334" cy="487325"/>
                  </a:xfrm>
                  <a:prstGeom prst="rect">
                    <a:avLst/>
                  </a:prstGeom>
                </p:spPr>
              </p:pic>
              <p:grpSp>
                <p:nvGrpSpPr>
                  <p:cNvPr id="1036" name="그룹 1036"/>
                  <p:cNvGrpSpPr/>
                  <p:nvPr/>
                </p:nvGrpSpPr>
                <p:grpSpPr>
                  <a:xfrm>
                    <a:off x="11761092" y="7837424"/>
                    <a:ext cx="1340186" cy="532674"/>
                    <a:chOff x="11761092" y="7837424"/>
                    <a:chExt cx="1340186" cy="532674"/>
                  </a:xfrm>
                </p:grpSpPr>
                <p:pic>
                  <p:nvPicPr>
                    <p:cNvPr id="124" name="Object 123"/>
                    <p:cNvPicPr>
                      <a:picLocks noChangeAspect="1"/>
                    </p:cNvPicPr>
                    <p:nvPr/>
                  </p:nvPicPr>
                  <p:blipFill>
                    <a:blip r:embed="rId10" cstate="print"/>
                    <a:stretch>
                      <a:fillRect/>
                    </a:stretch>
                  </p:blipFill>
                  <p:spPr>
                    <a:xfrm>
                      <a:off x="11761092" y="7837424"/>
                      <a:ext cx="1340186" cy="532674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126" name="Object 125"/>
                  <p:cNvPicPr>
                    <a:picLocks noChangeAspect="1"/>
                  </p:cNvPicPr>
                  <p:nvPr/>
                </p:nvPicPr>
                <p:blipFill>
                  <a:blip r:embed="rId12" cstate="print"/>
                  <a:stretch>
                    <a:fillRect/>
                  </a:stretch>
                </p:blipFill>
                <p:spPr>
                  <a:xfrm>
                    <a:off x="11742234" y="7881162"/>
                    <a:ext cx="1209334" cy="487325"/>
                  </a:xfrm>
                  <a:prstGeom prst="rect">
                    <a:avLst/>
                  </a:prstGeom>
                </p:spPr>
              </p:pic>
              <p:grpSp>
                <p:nvGrpSpPr>
                  <p:cNvPr id="1037" name="그룹 1037"/>
                  <p:cNvGrpSpPr/>
                  <p:nvPr/>
                </p:nvGrpSpPr>
                <p:grpSpPr>
                  <a:xfrm>
                    <a:off x="13326301" y="7837424"/>
                    <a:ext cx="1340186" cy="532674"/>
                    <a:chOff x="13326301" y="7837424"/>
                    <a:chExt cx="1340186" cy="532674"/>
                  </a:xfrm>
                </p:grpSpPr>
                <p:pic>
                  <p:nvPicPr>
                    <p:cNvPr id="128" name="Object 127"/>
                    <p:cNvPicPr>
                      <a:picLocks noChangeAspect="1"/>
                    </p:cNvPicPr>
                    <p:nvPr/>
                  </p:nvPicPr>
                  <p:blipFill>
                    <a:blip r:embed="rId10" cstate="print"/>
                    <a:stretch>
                      <a:fillRect/>
                    </a:stretch>
                  </p:blipFill>
                  <p:spPr>
                    <a:xfrm>
                      <a:off x="13326301" y="7837424"/>
                      <a:ext cx="1340186" cy="532674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130" name="Object 129"/>
                  <p:cNvPicPr>
                    <a:picLocks noChangeAspect="1"/>
                  </p:cNvPicPr>
                  <p:nvPr/>
                </p:nvPicPr>
                <p:blipFill>
                  <a:blip r:embed="rId12" cstate="print"/>
                  <a:stretch>
                    <a:fillRect/>
                  </a:stretch>
                </p:blipFill>
                <p:spPr>
                  <a:xfrm>
                    <a:off x="13307443" y="7881162"/>
                    <a:ext cx="1209334" cy="487325"/>
                  </a:xfrm>
                  <a:prstGeom prst="rect">
                    <a:avLst/>
                  </a:prstGeom>
                </p:spPr>
              </p:pic>
              <p:grpSp>
                <p:nvGrpSpPr>
                  <p:cNvPr id="1038" name="그룹 1038"/>
                  <p:cNvGrpSpPr/>
                  <p:nvPr/>
                </p:nvGrpSpPr>
                <p:grpSpPr>
                  <a:xfrm>
                    <a:off x="14885299" y="7837424"/>
                    <a:ext cx="1340186" cy="532674"/>
                    <a:chOff x="14885299" y="7837424"/>
                    <a:chExt cx="1340186" cy="532674"/>
                  </a:xfrm>
                </p:grpSpPr>
                <p:pic>
                  <p:nvPicPr>
                    <p:cNvPr id="132" name="Object 131"/>
                    <p:cNvPicPr>
                      <a:picLocks noChangeAspect="1"/>
                    </p:cNvPicPr>
                    <p:nvPr/>
                  </p:nvPicPr>
                  <p:blipFill>
                    <a:blip r:embed="rId10" cstate="print"/>
                    <a:stretch>
                      <a:fillRect/>
                    </a:stretch>
                  </p:blipFill>
                  <p:spPr>
                    <a:xfrm>
                      <a:off x="14885299" y="7837424"/>
                      <a:ext cx="1340186" cy="532674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134" name="Object 133"/>
                  <p:cNvPicPr>
                    <a:picLocks noChangeAspect="1"/>
                  </p:cNvPicPr>
                  <p:nvPr/>
                </p:nvPicPr>
                <p:blipFill>
                  <a:blip r:embed="rId12" cstate="print"/>
                  <a:stretch>
                    <a:fillRect/>
                  </a:stretch>
                </p:blipFill>
                <p:spPr>
                  <a:xfrm>
                    <a:off x="14866441" y="7881162"/>
                    <a:ext cx="1209334" cy="487325"/>
                  </a:xfrm>
                  <a:prstGeom prst="rect">
                    <a:avLst/>
                  </a:prstGeom>
                </p:spPr>
              </p:pic>
              <p:grpSp>
                <p:nvGrpSpPr>
                  <p:cNvPr id="1039" name="그룹 1039"/>
                  <p:cNvGrpSpPr/>
                  <p:nvPr/>
                </p:nvGrpSpPr>
                <p:grpSpPr>
                  <a:xfrm>
                    <a:off x="16419320" y="7837424"/>
                    <a:ext cx="1340186" cy="532674"/>
                    <a:chOff x="16419320" y="7837424"/>
                    <a:chExt cx="1340186" cy="532674"/>
                  </a:xfrm>
                </p:grpSpPr>
                <p:pic>
                  <p:nvPicPr>
                    <p:cNvPr id="136" name="Object 135"/>
                    <p:cNvPicPr>
                      <a:picLocks noChangeAspect="1"/>
                    </p:cNvPicPr>
                    <p:nvPr/>
                  </p:nvPicPr>
                  <p:blipFill>
                    <a:blip r:embed="rId10" cstate="print"/>
                    <a:stretch>
                      <a:fillRect/>
                    </a:stretch>
                  </p:blipFill>
                  <p:spPr>
                    <a:xfrm>
                      <a:off x="16419320" y="7837424"/>
                      <a:ext cx="1340186" cy="532674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138" name="Object 137"/>
                  <p:cNvPicPr>
                    <a:picLocks noChangeAspect="1"/>
                  </p:cNvPicPr>
                  <p:nvPr/>
                </p:nvPicPr>
                <p:blipFill>
                  <a:blip r:embed="rId12" cstate="print"/>
                  <a:stretch>
                    <a:fillRect/>
                  </a:stretch>
                </p:blipFill>
                <p:spPr>
                  <a:xfrm>
                    <a:off x="16400461" y="7881162"/>
                    <a:ext cx="1209334" cy="487325"/>
                  </a:xfrm>
                  <a:prstGeom prst="rect">
                    <a:avLst/>
                  </a:prstGeom>
                </p:spPr>
              </p:pic>
              <p:grpSp>
                <p:nvGrpSpPr>
                  <p:cNvPr id="1040" name="그룹 1040"/>
                  <p:cNvGrpSpPr/>
                  <p:nvPr/>
                </p:nvGrpSpPr>
                <p:grpSpPr>
                  <a:xfrm>
                    <a:off x="10202094" y="8563932"/>
                    <a:ext cx="1340186" cy="532674"/>
                    <a:chOff x="10202094" y="8563932"/>
                    <a:chExt cx="1340186" cy="532674"/>
                  </a:xfrm>
                </p:grpSpPr>
                <p:pic>
                  <p:nvPicPr>
                    <p:cNvPr id="140" name="Object 139"/>
                    <p:cNvPicPr>
                      <a:picLocks noChangeAspect="1"/>
                    </p:cNvPicPr>
                    <p:nvPr/>
                  </p:nvPicPr>
                  <p:blipFill>
                    <a:blip r:embed="rId10" cstate="print"/>
                    <a:stretch>
                      <a:fillRect/>
                    </a:stretch>
                  </p:blipFill>
                  <p:spPr>
                    <a:xfrm>
                      <a:off x="10202094" y="8563932"/>
                      <a:ext cx="1340186" cy="532674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142" name="Object 141"/>
                  <p:cNvPicPr>
                    <a:picLocks noChangeAspect="1"/>
                  </p:cNvPicPr>
                  <p:nvPr/>
                </p:nvPicPr>
                <p:blipFill>
                  <a:blip r:embed="rId13" cstate="print"/>
                  <a:stretch>
                    <a:fillRect/>
                  </a:stretch>
                </p:blipFill>
                <p:spPr>
                  <a:xfrm>
                    <a:off x="10183236" y="8619462"/>
                    <a:ext cx="1286677" cy="448249"/>
                  </a:xfrm>
                  <a:prstGeom prst="rect">
                    <a:avLst/>
                  </a:prstGeom>
                </p:spPr>
              </p:pic>
              <p:grpSp>
                <p:nvGrpSpPr>
                  <p:cNvPr id="1041" name="그룹 1041"/>
                  <p:cNvGrpSpPr/>
                  <p:nvPr/>
                </p:nvGrpSpPr>
                <p:grpSpPr>
                  <a:xfrm>
                    <a:off x="11761092" y="8563932"/>
                    <a:ext cx="1340186" cy="532674"/>
                    <a:chOff x="11761092" y="8563932"/>
                    <a:chExt cx="1340186" cy="532674"/>
                  </a:xfrm>
                </p:grpSpPr>
                <p:pic>
                  <p:nvPicPr>
                    <p:cNvPr id="144" name="Object 143"/>
                    <p:cNvPicPr>
                      <a:picLocks noChangeAspect="1"/>
                    </p:cNvPicPr>
                    <p:nvPr/>
                  </p:nvPicPr>
                  <p:blipFill>
                    <a:blip r:embed="rId10" cstate="print"/>
                    <a:stretch>
                      <a:fillRect/>
                    </a:stretch>
                  </p:blipFill>
                  <p:spPr>
                    <a:xfrm>
                      <a:off x="11761092" y="8563932"/>
                      <a:ext cx="1340186" cy="532674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146" name="Object 145"/>
                  <p:cNvPicPr>
                    <a:picLocks noChangeAspect="1"/>
                  </p:cNvPicPr>
                  <p:nvPr/>
                </p:nvPicPr>
                <p:blipFill>
                  <a:blip r:embed="rId13" cstate="print"/>
                  <a:stretch>
                    <a:fillRect/>
                  </a:stretch>
                </p:blipFill>
                <p:spPr>
                  <a:xfrm>
                    <a:off x="11742233" y="8619462"/>
                    <a:ext cx="1286677" cy="448249"/>
                  </a:xfrm>
                  <a:prstGeom prst="rect">
                    <a:avLst/>
                  </a:prstGeom>
                </p:spPr>
              </p:pic>
              <p:grpSp>
                <p:nvGrpSpPr>
                  <p:cNvPr id="1042" name="그룹 1042"/>
                  <p:cNvGrpSpPr/>
                  <p:nvPr/>
                </p:nvGrpSpPr>
                <p:grpSpPr>
                  <a:xfrm>
                    <a:off x="13326301" y="8563932"/>
                    <a:ext cx="1340186" cy="532674"/>
                    <a:chOff x="13326301" y="8563932"/>
                    <a:chExt cx="1340186" cy="532674"/>
                  </a:xfrm>
                </p:grpSpPr>
                <p:pic>
                  <p:nvPicPr>
                    <p:cNvPr id="148" name="Object 147"/>
                    <p:cNvPicPr>
                      <a:picLocks noChangeAspect="1"/>
                    </p:cNvPicPr>
                    <p:nvPr/>
                  </p:nvPicPr>
                  <p:blipFill>
                    <a:blip r:embed="rId10" cstate="print"/>
                    <a:stretch>
                      <a:fillRect/>
                    </a:stretch>
                  </p:blipFill>
                  <p:spPr>
                    <a:xfrm>
                      <a:off x="13326301" y="8563932"/>
                      <a:ext cx="1340186" cy="532674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150" name="Object 149"/>
                  <p:cNvPicPr>
                    <a:picLocks noChangeAspect="1"/>
                  </p:cNvPicPr>
                  <p:nvPr/>
                </p:nvPicPr>
                <p:blipFill>
                  <a:blip r:embed="rId14" cstate="print"/>
                  <a:stretch>
                    <a:fillRect/>
                  </a:stretch>
                </p:blipFill>
                <p:spPr>
                  <a:xfrm>
                    <a:off x="13307442" y="8619462"/>
                    <a:ext cx="1286668" cy="448249"/>
                  </a:xfrm>
                  <a:prstGeom prst="rect">
                    <a:avLst/>
                  </a:prstGeom>
                </p:spPr>
              </p:pic>
              <p:grpSp>
                <p:nvGrpSpPr>
                  <p:cNvPr id="1043" name="그룹 1043"/>
                  <p:cNvGrpSpPr/>
                  <p:nvPr/>
                </p:nvGrpSpPr>
                <p:grpSpPr>
                  <a:xfrm>
                    <a:off x="14885299" y="8563932"/>
                    <a:ext cx="1340186" cy="532674"/>
                    <a:chOff x="14885299" y="8563932"/>
                    <a:chExt cx="1340186" cy="532674"/>
                  </a:xfrm>
                </p:grpSpPr>
                <p:pic>
                  <p:nvPicPr>
                    <p:cNvPr id="152" name="Object 151"/>
                    <p:cNvPicPr>
                      <a:picLocks noChangeAspect="1"/>
                    </p:cNvPicPr>
                    <p:nvPr/>
                  </p:nvPicPr>
                  <p:blipFill>
                    <a:blip r:embed="rId10" cstate="print"/>
                    <a:stretch>
                      <a:fillRect/>
                    </a:stretch>
                  </p:blipFill>
                  <p:spPr>
                    <a:xfrm>
                      <a:off x="14885299" y="8563932"/>
                      <a:ext cx="1340186" cy="532674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154" name="Object 153"/>
                  <p:cNvPicPr>
                    <a:picLocks noChangeAspect="1"/>
                  </p:cNvPicPr>
                  <p:nvPr/>
                </p:nvPicPr>
                <p:blipFill>
                  <a:blip r:embed="rId13" cstate="print"/>
                  <a:stretch>
                    <a:fillRect/>
                  </a:stretch>
                </p:blipFill>
                <p:spPr>
                  <a:xfrm>
                    <a:off x="14866439" y="8619462"/>
                    <a:ext cx="1286677" cy="448249"/>
                  </a:xfrm>
                  <a:prstGeom prst="rect">
                    <a:avLst/>
                  </a:prstGeom>
                </p:spPr>
              </p:pic>
              <p:grpSp>
                <p:nvGrpSpPr>
                  <p:cNvPr id="1044" name="그룹 1044"/>
                  <p:cNvGrpSpPr/>
                  <p:nvPr/>
                </p:nvGrpSpPr>
                <p:grpSpPr>
                  <a:xfrm>
                    <a:off x="16419320" y="8563932"/>
                    <a:ext cx="1340186" cy="532674"/>
                    <a:chOff x="16419320" y="8563932"/>
                    <a:chExt cx="1340186" cy="532674"/>
                  </a:xfrm>
                </p:grpSpPr>
                <p:pic>
                  <p:nvPicPr>
                    <p:cNvPr id="156" name="Object 155"/>
                    <p:cNvPicPr>
                      <a:picLocks noChangeAspect="1"/>
                    </p:cNvPicPr>
                    <p:nvPr/>
                  </p:nvPicPr>
                  <p:blipFill>
                    <a:blip r:embed="rId10" cstate="print"/>
                    <a:stretch>
                      <a:fillRect/>
                    </a:stretch>
                  </p:blipFill>
                  <p:spPr>
                    <a:xfrm>
                      <a:off x="16419320" y="8563932"/>
                      <a:ext cx="1340186" cy="532674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158" name="Object 157"/>
                  <p:cNvPicPr>
                    <a:picLocks noChangeAspect="1"/>
                  </p:cNvPicPr>
                  <p:nvPr/>
                </p:nvPicPr>
                <p:blipFill>
                  <a:blip r:embed="rId14" cstate="print"/>
                  <a:stretch>
                    <a:fillRect/>
                  </a:stretch>
                </p:blipFill>
                <p:spPr>
                  <a:xfrm>
                    <a:off x="16400487" y="8619462"/>
                    <a:ext cx="1286668" cy="448249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45" name="그룹 1045"/>
                <p:cNvGrpSpPr/>
                <p:nvPr/>
              </p:nvGrpSpPr>
              <p:grpSpPr>
                <a:xfrm>
                  <a:off x="10202094" y="7837424"/>
                  <a:ext cx="1340186" cy="532674"/>
                  <a:chOff x="10202094" y="7837424"/>
                  <a:chExt cx="1340186" cy="532674"/>
                </a:xfrm>
              </p:grpSpPr>
              <p:pic>
                <p:nvPicPr>
                  <p:cNvPr id="161" name="Object 160"/>
                  <p:cNvPicPr>
                    <a:picLocks noChangeAspect="1"/>
                  </p:cNvPicPr>
                  <p:nvPr/>
                </p:nvPicPr>
                <p:blipFill>
                  <a:blip r:embed="rId10" cstate="print"/>
                  <a:stretch>
                    <a:fillRect/>
                  </a:stretch>
                </p:blipFill>
                <p:spPr>
                  <a:xfrm>
                    <a:off x="10202094" y="7837424"/>
                    <a:ext cx="1340186" cy="532674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63" name="Object 162"/>
                <p:cNvPicPr>
                  <a:picLocks noChangeAspect="1"/>
                </p:cNvPicPr>
                <p:nvPr/>
              </p:nvPicPr>
              <p:blipFill>
                <a:blip r:embed="rId16" cstate="print"/>
                <a:stretch>
                  <a:fillRect/>
                </a:stretch>
              </p:blipFill>
              <p:spPr>
                <a:xfrm>
                  <a:off x="10183236" y="7881162"/>
                  <a:ext cx="1209334" cy="487325"/>
                </a:xfrm>
                <a:prstGeom prst="rect">
                  <a:avLst/>
                </a:prstGeom>
              </p:spPr>
            </p:pic>
            <p:grpSp>
              <p:nvGrpSpPr>
                <p:cNvPr id="1046" name="그룹 1046"/>
                <p:cNvGrpSpPr/>
                <p:nvPr/>
              </p:nvGrpSpPr>
              <p:grpSpPr>
                <a:xfrm>
                  <a:off x="11761092" y="7837424"/>
                  <a:ext cx="1340186" cy="532674"/>
                  <a:chOff x="11761092" y="7837424"/>
                  <a:chExt cx="1340186" cy="532674"/>
                </a:xfrm>
              </p:grpSpPr>
              <p:pic>
                <p:nvPicPr>
                  <p:cNvPr id="165" name="Object 164"/>
                  <p:cNvPicPr>
                    <a:picLocks noChangeAspect="1"/>
                  </p:cNvPicPr>
                  <p:nvPr/>
                </p:nvPicPr>
                <p:blipFill>
                  <a:blip r:embed="rId10" cstate="print"/>
                  <a:stretch>
                    <a:fillRect/>
                  </a:stretch>
                </p:blipFill>
                <p:spPr>
                  <a:xfrm>
                    <a:off x="11761092" y="7837424"/>
                    <a:ext cx="1340186" cy="532674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67" name="Object 166"/>
                <p:cNvPicPr>
                  <a:picLocks noChangeAspect="1"/>
                </p:cNvPicPr>
                <p:nvPr/>
              </p:nvPicPr>
              <p:blipFill>
                <a:blip r:embed="rId16" cstate="print"/>
                <a:stretch>
                  <a:fillRect/>
                </a:stretch>
              </p:blipFill>
              <p:spPr>
                <a:xfrm>
                  <a:off x="11742234" y="7881162"/>
                  <a:ext cx="1209334" cy="487325"/>
                </a:xfrm>
                <a:prstGeom prst="rect">
                  <a:avLst/>
                </a:prstGeom>
              </p:spPr>
            </p:pic>
            <p:grpSp>
              <p:nvGrpSpPr>
                <p:cNvPr id="1047" name="그룹 1047"/>
                <p:cNvGrpSpPr/>
                <p:nvPr/>
              </p:nvGrpSpPr>
              <p:grpSpPr>
                <a:xfrm>
                  <a:off x="13326301" y="7837424"/>
                  <a:ext cx="1340186" cy="532674"/>
                  <a:chOff x="13326301" y="7837424"/>
                  <a:chExt cx="1340186" cy="532674"/>
                </a:xfrm>
              </p:grpSpPr>
              <p:pic>
                <p:nvPicPr>
                  <p:cNvPr id="169" name="Object 168"/>
                  <p:cNvPicPr>
                    <a:picLocks noChangeAspect="1"/>
                  </p:cNvPicPr>
                  <p:nvPr/>
                </p:nvPicPr>
                <p:blipFill>
                  <a:blip r:embed="rId10" cstate="print"/>
                  <a:stretch>
                    <a:fillRect/>
                  </a:stretch>
                </p:blipFill>
                <p:spPr>
                  <a:xfrm>
                    <a:off x="13326301" y="7837424"/>
                    <a:ext cx="1340186" cy="532674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71" name="Object 170"/>
                <p:cNvPicPr>
                  <a:picLocks noChangeAspect="1"/>
                </p:cNvPicPr>
                <p:nvPr/>
              </p:nvPicPr>
              <p:blipFill>
                <a:blip r:embed="rId16" cstate="print"/>
                <a:stretch>
                  <a:fillRect/>
                </a:stretch>
              </p:blipFill>
              <p:spPr>
                <a:xfrm>
                  <a:off x="13307443" y="7881162"/>
                  <a:ext cx="1209334" cy="487325"/>
                </a:xfrm>
                <a:prstGeom prst="rect">
                  <a:avLst/>
                </a:prstGeom>
              </p:spPr>
            </p:pic>
            <p:grpSp>
              <p:nvGrpSpPr>
                <p:cNvPr id="1048" name="그룹 1048"/>
                <p:cNvGrpSpPr/>
                <p:nvPr/>
              </p:nvGrpSpPr>
              <p:grpSpPr>
                <a:xfrm>
                  <a:off x="14885299" y="7837424"/>
                  <a:ext cx="1340186" cy="532674"/>
                  <a:chOff x="14885299" y="7837424"/>
                  <a:chExt cx="1340186" cy="532674"/>
                </a:xfrm>
              </p:grpSpPr>
              <p:pic>
                <p:nvPicPr>
                  <p:cNvPr id="173" name="Object 172"/>
                  <p:cNvPicPr>
                    <a:picLocks noChangeAspect="1"/>
                  </p:cNvPicPr>
                  <p:nvPr/>
                </p:nvPicPr>
                <p:blipFill>
                  <a:blip r:embed="rId10" cstate="print"/>
                  <a:stretch>
                    <a:fillRect/>
                  </a:stretch>
                </p:blipFill>
                <p:spPr>
                  <a:xfrm>
                    <a:off x="14885299" y="7837424"/>
                    <a:ext cx="1340186" cy="532674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75" name="Object 174"/>
                <p:cNvPicPr>
                  <a:picLocks noChangeAspect="1"/>
                </p:cNvPicPr>
                <p:nvPr/>
              </p:nvPicPr>
              <p:blipFill>
                <a:blip r:embed="rId16" cstate="print"/>
                <a:stretch>
                  <a:fillRect/>
                </a:stretch>
              </p:blipFill>
              <p:spPr>
                <a:xfrm>
                  <a:off x="14866441" y="7881162"/>
                  <a:ext cx="1209334" cy="487325"/>
                </a:xfrm>
                <a:prstGeom prst="rect">
                  <a:avLst/>
                </a:prstGeom>
              </p:spPr>
            </p:pic>
            <p:grpSp>
              <p:nvGrpSpPr>
                <p:cNvPr id="1049" name="그룹 1049"/>
                <p:cNvGrpSpPr/>
                <p:nvPr/>
              </p:nvGrpSpPr>
              <p:grpSpPr>
                <a:xfrm>
                  <a:off x="16419320" y="7837424"/>
                  <a:ext cx="1340186" cy="532674"/>
                  <a:chOff x="16419320" y="7837424"/>
                  <a:chExt cx="1340186" cy="532674"/>
                </a:xfrm>
              </p:grpSpPr>
              <p:pic>
                <p:nvPicPr>
                  <p:cNvPr id="177" name="Object 176"/>
                  <p:cNvPicPr>
                    <a:picLocks noChangeAspect="1"/>
                  </p:cNvPicPr>
                  <p:nvPr/>
                </p:nvPicPr>
                <p:blipFill>
                  <a:blip r:embed="rId10" cstate="print"/>
                  <a:stretch>
                    <a:fillRect/>
                  </a:stretch>
                </p:blipFill>
                <p:spPr>
                  <a:xfrm>
                    <a:off x="16419320" y="7837424"/>
                    <a:ext cx="1340186" cy="532674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79" name="Object 178"/>
                <p:cNvPicPr>
                  <a:picLocks noChangeAspect="1"/>
                </p:cNvPicPr>
                <p:nvPr/>
              </p:nvPicPr>
              <p:blipFill>
                <a:blip r:embed="rId16" cstate="print"/>
                <a:stretch>
                  <a:fillRect/>
                </a:stretch>
              </p:blipFill>
              <p:spPr>
                <a:xfrm>
                  <a:off x="16400461" y="7881162"/>
                  <a:ext cx="1209334" cy="487325"/>
                </a:xfrm>
                <a:prstGeom prst="rect">
                  <a:avLst/>
                </a:prstGeom>
              </p:spPr>
            </p:pic>
            <p:grpSp>
              <p:nvGrpSpPr>
                <p:cNvPr id="1050" name="그룹 1050"/>
                <p:cNvGrpSpPr/>
                <p:nvPr/>
              </p:nvGrpSpPr>
              <p:grpSpPr>
                <a:xfrm>
                  <a:off x="10202094" y="8563932"/>
                  <a:ext cx="1340186" cy="532674"/>
                  <a:chOff x="10202094" y="8563932"/>
                  <a:chExt cx="1340186" cy="532674"/>
                </a:xfrm>
              </p:grpSpPr>
              <p:pic>
                <p:nvPicPr>
                  <p:cNvPr id="181" name="Object 180"/>
                  <p:cNvPicPr>
                    <a:picLocks noChangeAspect="1"/>
                  </p:cNvPicPr>
                  <p:nvPr/>
                </p:nvPicPr>
                <p:blipFill>
                  <a:blip r:embed="rId10" cstate="print"/>
                  <a:stretch>
                    <a:fillRect/>
                  </a:stretch>
                </p:blipFill>
                <p:spPr>
                  <a:xfrm>
                    <a:off x="10202094" y="8563932"/>
                    <a:ext cx="1340186" cy="532674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83" name="Object 182"/>
                <p:cNvPicPr>
                  <a:picLocks noChangeAspect="1"/>
                </p:cNvPicPr>
                <p:nvPr/>
              </p:nvPicPr>
              <p:blipFill>
                <a:blip r:embed="rId17" cstate="print"/>
                <a:stretch>
                  <a:fillRect/>
                </a:stretch>
              </p:blipFill>
              <p:spPr>
                <a:xfrm>
                  <a:off x="10183236" y="8619462"/>
                  <a:ext cx="1286677" cy="448249"/>
                </a:xfrm>
                <a:prstGeom prst="rect">
                  <a:avLst/>
                </a:prstGeom>
              </p:spPr>
            </p:pic>
            <p:grpSp>
              <p:nvGrpSpPr>
                <p:cNvPr id="1051" name="그룹 1051"/>
                <p:cNvGrpSpPr/>
                <p:nvPr/>
              </p:nvGrpSpPr>
              <p:grpSpPr>
                <a:xfrm>
                  <a:off x="11761092" y="8563932"/>
                  <a:ext cx="1340186" cy="532674"/>
                  <a:chOff x="11761092" y="8563932"/>
                  <a:chExt cx="1340186" cy="532674"/>
                </a:xfrm>
              </p:grpSpPr>
              <p:pic>
                <p:nvPicPr>
                  <p:cNvPr id="185" name="Object 184"/>
                  <p:cNvPicPr>
                    <a:picLocks noChangeAspect="1"/>
                  </p:cNvPicPr>
                  <p:nvPr/>
                </p:nvPicPr>
                <p:blipFill>
                  <a:blip r:embed="rId10" cstate="print"/>
                  <a:stretch>
                    <a:fillRect/>
                  </a:stretch>
                </p:blipFill>
                <p:spPr>
                  <a:xfrm>
                    <a:off x="11761092" y="8563932"/>
                    <a:ext cx="1340186" cy="532674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87" name="Object 186"/>
                <p:cNvPicPr>
                  <a:picLocks noChangeAspect="1"/>
                </p:cNvPicPr>
                <p:nvPr/>
              </p:nvPicPr>
              <p:blipFill>
                <a:blip r:embed="rId17" cstate="print"/>
                <a:stretch>
                  <a:fillRect/>
                </a:stretch>
              </p:blipFill>
              <p:spPr>
                <a:xfrm>
                  <a:off x="11742233" y="8619462"/>
                  <a:ext cx="1286677" cy="448249"/>
                </a:xfrm>
                <a:prstGeom prst="rect">
                  <a:avLst/>
                </a:prstGeom>
              </p:spPr>
            </p:pic>
            <p:grpSp>
              <p:nvGrpSpPr>
                <p:cNvPr id="1052" name="그룹 1052"/>
                <p:cNvGrpSpPr/>
                <p:nvPr/>
              </p:nvGrpSpPr>
              <p:grpSpPr>
                <a:xfrm>
                  <a:off x="13326301" y="8563932"/>
                  <a:ext cx="1340186" cy="532674"/>
                  <a:chOff x="13326301" y="8563932"/>
                  <a:chExt cx="1340186" cy="532674"/>
                </a:xfrm>
              </p:grpSpPr>
              <p:pic>
                <p:nvPicPr>
                  <p:cNvPr id="189" name="Object 188"/>
                  <p:cNvPicPr>
                    <a:picLocks noChangeAspect="1"/>
                  </p:cNvPicPr>
                  <p:nvPr/>
                </p:nvPicPr>
                <p:blipFill>
                  <a:blip r:embed="rId10" cstate="print"/>
                  <a:stretch>
                    <a:fillRect/>
                  </a:stretch>
                </p:blipFill>
                <p:spPr>
                  <a:xfrm>
                    <a:off x="13326301" y="8563932"/>
                    <a:ext cx="1340186" cy="532674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91" name="Object 190"/>
                <p:cNvPicPr>
                  <a:picLocks noChangeAspect="1"/>
                </p:cNvPicPr>
                <p:nvPr/>
              </p:nvPicPr>
              <p:blipFill>
                <a:blip r:embed="rId18" cstate="print"/>
                <a:stretch>
                  <a:fillRect/>
                </a:stretch>
              </p:blipFill>
              <p:spPr>
                <a:xfrm>
                  <a:off x="13307442" y="8619462"/>
                  <a:ext cx="1286668" cy="448249"/>
                </a:xfrm>
                <a:prstGeom prst="rect">
                  <a:avLst/>
                </a:prstGeom>
              </p:spPr>
            </p:pic>
            <p:grpSp>
              <p:nvGrpSpPr>
                <p:cNvPr id="1053" name="그룹 1053"/>
                <p:cNvGrpSpPr/>
                <p:nvPr/>
              </p:nvGrpSpPr>
              <p:grpSpPr>
                <a:xfrm>
                  <a:off x="14885299" y="8563932"/>
                  <a:ext cx="1340186" cy="532674"/>
                  <a:chOff x="14885299" y="8563932"/>
                  <a:chExt cx="1340186" cy="532674"/>
                </a:xfrm>
              </p:grpSpPr>
              <p:pic>
                <p:nvPicPr>
                  <p:cNvPr id="193" name="Object 192"/>
                  <p:cNvPicPr>
                    <a:picLocks noChangeAspect="1"/>
                  </p:cNvPicPr>
                  <p:nvPr/>
                </p:nvPicPr>
                <p:blipFill>
                  <a:blip r:embed="rId10" cstate="print"/>
                  <a:stretch>
                    <a:fillRect/>
                  </a:stretch>
                </p:blipFill>
                <p:spPr>
                  <a:xfrm>
                    <a:off x="14885299" y="8563932"/>
                    <a:ext cx="1340186" cy="532674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95" name="Object 194"/>
                <p:cNvPicPr>
                  <a:picLocks noChangeAspect="1"/>
                </p:cNvPicPr>
                <p:nvPr/>
              </p:nvPicPr>
              <p:blipFill>
                <a:blip r:embed="rId17" cstate="print"/>
                <a:stretch>
                  <a:fillRect/>
                </a:stretch>
              </p:blipFill>
              <p:spPr>
                <a:xfrm>
                  <a:off x="14866439" y="8619462"/>
                  <a:ext cx="1286677" cy="448249"/>
                </a:xfrm>
                <a:prstGeom prst="rect">
                  <a:avLst/>
                </a:prstGeom>
              </p:spPr>
            </p:pic>
            <p:grpSp>
              <p:nvGrpSpPr>
                <p:cNvPr id="1054" name="그룹 1054"/>
                <p:cNvGrpSpPr/>
                <p:nvPr/>
              </p:nvGrpSpPr>
              <p:grpSpPr>
                <a:xfrm>
                  <a:off x="16419320" y="8563932"/>
                  <a:ext cx="1340186" cy="532674"/>
                  <a:chOff x="16419320" y="8563932"/>
                  <a:chExt cx="1340186" cy="532674"/>
                </a:xfrm>
              </p:grpSpPr>
              <p:pic>
                <p:nvPicPr>
                  <p:cNvPr id="197" name="Object 196"/>
                  <p:cNvPicPr>
                    <a:picLocks noChangeAspect="1"/>
                  </p:cNvPicPr>
                  <p:nvPr/>
                </p:nvPicPr>
                <p:blipFill>
                  <a:blip r:embed="rId10" cstate="print"/>
                  <a:stretch>
                    <a:fillRect/>
                  </a:stretch>
                </p:blipFill>
                <p:spPr>
                  <a:xfrm>
                    <a:off x="16419320" y="8563932"/>
                    <a:ext cx="1340186" cy="532674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99" name="Object 198"/>
                <p:cNvPicPr>
                  <a:picLocks noChangeAspect="1"/>
                </p:cNvPicPr>
                <p:nvPr/>
              </p:nvPicPr>
              <p:blipFill>
                <a:blip r:embed="rId18" cstate="print"/>
                <a:stretch>
                  <a:fillRect/>
                </a:stretch>
              </p:blipFill>
              <p:spPr>
                <a:xfrm>
                  <a:off x="16400487" y="8619462"/>
                  <a:ext cx="1286668" cy="448249"/>
                </a:xfrm>
                <a:prstGeom prst="rect">
                  <a:avLst/>
                </a:prstGeom>
              </p:spPr>
            </p:pic>
          </p:grp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947316" y="123477"/>
            <a:ext cx="2331412" cy="1003155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341145" y="123477"/>
            <a:ext cx="827498" cy="1020412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07216" y="9722858"/>
            <a:ext cx="9135968" cy="340892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-4141896" y="1790766"/>
            <a:ext cx="13856181" cy="9423312"/>
            <a:chOff x="-4141896" y="1790766"/>
            <a:chExt cx="13856181" cy="9423312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74986" y="1734490"/>
              <a:ext cx="2560421" cy="745668"/>
            </a:xfrm>
            <a:prstGeom prst="rect">
              <a:avLst/>
            </a:prstGeom>
          </p:spPr>
        </p:pic>
        <p:grpSp>
          <p:nvGrpSpPr>
            <p:cNvPr id="1002" name="그룹 1002"/>
            <p:cNvGrpSpPr/>
            <p:nvPr/>
          </p:nvGrpSpPr>
          <p:grpSpPr>
            <a:xfrm>
              <a:off x="-4141896" y="2322945"/>
              <a:ext cx="13856181" cy="8891134"/>
              <a:chOff x="-4141896" y="2322945"/>
              <a:chExt cx="13856181" cy="8891134"/>
            </a:xfrm>
          </p:grpSpPr>
          <p:grpSp>
            <p:nvGrpSpPr>
              <p:cNvPr id="1003" name="그룹 1003"/>
              <p:cNvGrpSpPr/>
              <p:nvPr/>
            </p:nvGrpSpPr>
            <p:grpSpPr>
              <a:xfrm>
                <a:off x="7930972" y="5634734"/>
                <a:ext cx="1169735" cy="528790"/>
                <a:chOff x="7930972" y="5634734"/>
                <a:chExt cx="1169735" cy="528790"/>
              </a:xfrm>
            </p:grpSpPr>
            <p:pic>
              <p:nvPicPr>
                <p:cNvPr id="9" name="Object 8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7930972" y="5634734"/>
                  <a:ext cx="1169735" cy="528790"/>
                </a:xfrm>
                <a:prstGeom prst="rect">
                  <a:avLst/>
                </a:prstGeom>
              </p:spPr>
            </p:pic>
          </p:grpSp>
          <p:grpSp>
            <p:nvGrpSpPr>
              <p:cNvPr id="1004" name="그룹 1004"/>
              <p:cNvGrpSpPr/>
              <p:nvPr/>
            </p:nvGrpSpPr>
            <p:grpSpPr>
              <a:xfrm>
                <a:off x="303106" y="2322945"/>
                <a:ext cx="8797601" cy="2859163"/>
                <a:chOff x="303106" y="2322945"/>
                <a:chExt cx="8797601" cy="2859163"/>
              </a:xfrm>
            </p:grpSpPr>
            <p:pic>
              <p:nvPicPr>
                <p:cNvPr id="12" name="Object 11"/>
                <p:cNvPicPr>
                  <a:picLocks noChangeAspect="1"/>
                </p:cNvPicPr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303106" y="2322945"/>
                  <a:ext cx="8797601" cy="2859163"/>
                </a:xfrm>
                <a:prstGeom prst="rect">
                  <a:avLst/>
                </a:prstGeom>
              </p:spPr>
            </p:pic>
          </p:grpSp>
          <p:grpSp>
            <p:nvGrpSpPr>
              <p:cNvPr id="1005" name="그룹 1005"/>
              <p:cNvGrpSpPr/>
              <p:nvPr/>
            </p:nvGrpSpPr>
            <p:grpSpPr>
              <a:xfrm>
                <a:off x="-4141896" y="2431919"/>
                <a:ext cx="13409805" cy="5322263"/>
                <a:chOff x="-4141896" y="2431919"/>
                <a:chExt cx="13409805" cy="5322263"/>
              </a:xfrm>
            </p:grpSpPr>
            <p:pic>
              <p:nvPicPr>
                <p:cNvPr id="15" name="Object 14"/>
                <p:cNvPicPr>
                  <a:picLocks noChangeAspect="1"/>
                </p:cNvPicPr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>
                  <a:off x="-4141896" y="2431919"/>
                  <a:ext cx="13409805" cy="5322263"/>
                </a:xfrm>
                <a:prstGeom prst="rect">
                  <a:avLst/>
                </a:prstGeom>
              </p:spPr>
            </p:pic>
          </p:grpSp>
          <p:pic>
            <p:nvPicPr>
              <p:cNvPr id="17" name="Object 16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3515371" y="5352143"/>
                <a:ext cx="2788563" cy="798668"/>
              </a:xfrm>
              <a:prstGeom prst="rect">
                <a:avLst/>
              </a:prstGeom>
            </p:spPr>
          </p:pic>
          <p:grpSp>
            <p:nvGrpSpPr>
              <p:cNvPr id="1006" name="그룹 1006"/>
              <p:cNvGrpSpPr/>
              <p:nvPr/>
            </p:nvGrpSpPr>
            <p:grpSpPr>
              <a:xfrm>
                <a:off x="-859627" y="6931561"/>
                <a:ext cx="10573913" cy="4282518"/>
                <a:chOff x="-859627" y="6931561"/>
                <a:chExt cx="10573913" cy="4282518"/>
              </a:xfrm>
            </p:grpSpPr>
            <p:pic>
              <p:nvPicPr>
                <p:cNvPr id="19" name="Object 18"/>
                <p:cNvPicPr>
                  <a:picLocks noChangeAspect="1"/>
                </p:cNvPicPr>
                <p:nvPr/>
              </p:nvPicPr>
              <p:blipFill>
                <a:blip r:embed="rId10" cstate="print"/>
                <a:stretch>
                  <a:fillRect/>
                </a:stretch>
              </p:blipFill>
              <p:spPr>
                <a:xfrm>
                  <a:off x="-859627" y="6931561"/>
                  <a:ext cx="10573913" cy="4282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007" name="그룹 1007"/>
          <p:cNvGrpSpPr/>
          <p:nvPr/>
        </p:nvGrpSpPr>
        <p:grpSpPr>
          <a:xfrm>
            <a:off x="10346486" y="1007007"/>
            <a:ext cx="6738972" cy="3923771"/>
            <a:chOff x="10346486" y="1007007"/>
            <a:chExt cx="6738972" cy="3923771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346486" y="1007007"/>
              <a:ext cx="6738972" cy="3923771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0306735" y="5221565"/>
            <a:ext cx="6758848" cy="4056145"/>
            <a:chOff x="10306735" y="5221565"/>
            <a:chExt cx="6758848" cy="4056145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306735" y="5221565"/>
              <a:ext cx="6758848" cy="405614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8752414" cy="9508723"/>
            <a:chOff x="0" y="0"/>
            <a:chExt cx="8752414" cy="950872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752414" cy="950872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57075" y="9493784"/>
            <a:ext cx="18342789" cy="28571"/>
            <a:chOff x="-57075" y="9493784"/>
            <a:chExt cx="18342789" cy="28571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57075" y="9493784"/>
              <a:ext cx="18342789" cy="28571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871658" y="2668485"/>
            <a:ext cx="7101762" cy="4979632"/>
            <a:chOff x="871658" y="2668485"/>
            <a:chExt cx="7101762" cy="4979632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3002002" y="6830634"/>
              <a:ext cx="2322314" cy="114286"/>
              <a:chOff x="3002002" y="6830634"/>
              <a:chExt cx="2322314" cy="114286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002002" y="6830634"/>
                <a:ext cx="2322314" cy="114286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4264566" y="5244711"/>
              <a:ext cx="2813843" cy="114286"/>
              <a:chOff x="4264566" y="5244711"/>
              <a:chExt cx="2813843" cy="114286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 rot="-5400000">
                <a:off x="4264566" y="5244711"/>
                <a:ext cx="2813843" cy="114286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5324894" y="6578102"/>
              <a:ext cx="760190" cy="760190"/>
              <a:chOff x="5324894" y="6578102"/>
              <a:chExt cx="760190" cy="760190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5324894" y="6578102"/>
                <a:ext cx="760190" cy="760190"/>
              </a:xfrm>
              <a:prstGeom prst="rect">
                <a:avLst/>
              </a:prstGeom>
            </p:spPr>
          </p:pic>
        </p:grpSp>
        <p:grpSp>
          <p:nvGrpSpPr>
            <p:cNvPr id="1007" name="그룹 1007"/>
            <p:cNvGrpSpPr/>
            <p:nvPr/>
          </p:nvGrpSpPr>
          <p:grpSpPr>
            <a:xfrm>
              <a:off x="5488833" y="3895242"/>
              <a:ext cx="1564731" cy="214286"/>
              <a:chOff x="5488833" y="3895242"/>
              <a:chExt cx="1564731" cy="214286"/>
            </a:xfrm>
          </p:grpSpPr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3000000">
                <a:off x="5488833" y="3895242"/>
                <a:ext cx="1564731" cy="214286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5324894" y="3049426"/>
              <a:ext cx="760190" cy="760190"/>
              <a:chOff x="5324894" y="3049426"/>
              <a:chExt cx="760190" cy="760190"/>
            </a:xfrm>
          </p:grpSpPr>
          <p:pic>
            <p:nvPicPr>
              <p:cNvPr id="22" name="Object 21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5324894" y="3049426"/>
                <a:ext cx="760190" cy="760190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1373736" y="5966166"/>
              <a:ext cx="1585465" cy="214286"/>
              <a:chOff x="1373736" y="5966166"/>
              <a:chExt cx="1585465" cy="214286"/>
            </a:xfrm>
          </p:grpSpPr>
          <p:pic>
            <p:nvPicPr>
              <p:cNvPr id="25" name="Object 24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3000000">
                <a:off x="1373736" y="5966166"/>
                <a:ext cx="1585465" cy="214286"/>
              </a:xfrm>
              <a:prstGeom prst="rect">
                <a:avLst/>
              </a:prstGeom>
            </p:spPr>
          </p:pic>
        </p:grpSp>
        <p:grpSp>
          <p:nvGrpSpPr>
            <p:cNvPr id="1010" name="그룹 1010"/>
            <p:cNvGrpSpPr/>
            <p:nvPr/>
          </p:nvGrpSpPr>
          <p:grpSpPr>
            <a:xfrm>
              <a:off x="2794498" y="5957018"/>
              <a:ext cx="1594328" cy="214286"/>
              <a:chOff x="2794498" y="5957018"/>
              <a:chExt cx="1594328" cy="214286"/>
            </a:xfrm>
          </p:grpSpPr>
          <p:pic>
            <p:nvPicPr>
              <p:cNvPr id="28" name="Object 27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 rot="-3000000">
                <a:off x="2794498" y="5957018"/>
                <a:ext cx="1594328" cy="214286"/>
              </a:xfrm>
              <a:prstGeom prst="rect">
                <a:avLst/>
              </a:prstGeom>
            </p:spPr>
          </p:pic>
        </p:grpSp>
        <p:grpSp>
          <p:nvGrpSpPr>
            <p:cNvPr id="1011" name="그룹 1011"/>
            <p:cNvGrpSpPr/>
            <p:nvPr/>
          </p:nvGrpSpPr>
          <p:grpSpPr>
            <a:xfrm>
              <a:off x="2605885" y="6551847"/>
              <a:ext cx="760190" cy="760190"/>
              <a:chOff x="2605885" y="6551847"/>
              <a:chExt cx="760190" cy="760190"/>
            </a:xfrm>
          </p:grpSpPr>
          <p:pic>
            <p:nvPicPr>
              <p:cNvPr id="31" name="Object 30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2605885" y="6551847"/>
                <a:ext cx="760190" cy="760190"/>
              </a:xfrm>
              <a:prstGeom prst="rect">
                <a:avLst/>
              </a:prstGeom>
            </p:spPr>
          </p:pic>
        </p:grpSp>
        <p:grpSp>
          <p:nvGrpSpPr>
            <p:cNvPr id="1012" name="그룹 1012"/>
            <p:cNvGrpSpPr/>
            <p:nvPr/>
          </p:nvGrpSpPr>
          <p:grpSpPr>
            <a:xfrm>
              <a:off x="3950563" y="4379789"/>
              <a:ext cx="1837635" cy="214286"/>
              <a:chOff x="3950563" y="4379789"/>
              <a:chExt cx="1837635" cy="214286"/>
            </a:xfrm>
          </p:grpSpPr>
          <p:pic>
            <p:nvPicPr>
              <p:cNvPr id="34" name="Object 33"/>
              <p:cNvPicPr>
                <a:picLocks noChangeAspect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 rot="-3000000">
                <a:off x="3950563" y="4379789"/>
                <a:ext cx="1837635" cy="214286"/>
              </a:xfrm>
              <a:prstGeom prst="rect">
                <a:avLst/>
              </a:prstGeom>
            </p:spPr>
          </p:pic>
        </p:grpSp>
        <p:grpSp>
          <p:nvGrpSpPr>
            <p:cNvPr id="1013" name="그룹 1013"/>
            <p:cNvGrpSpPr/>
            <p:nvPr/>
          </p:nvGrpSpPr>
          <p:grpSpPr>
            <a:xfrm>
              <a:off x="3931499" y="4767300"/>
              <a:ext cx="760190" cy="760190"/>
              <a:chOff x="3931499" y="4767300"/>
              <a:chExt cx="760190" cy="760190"/>
            </a:xfrm>
          </p:grpSpPr>
          <p:pic>
            <p:nvPicPr>
              <p:cNvPr id="37" name="Object 36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3931499" y="4767300"/>
                <a:ext cx="760190" cy="760190"/>
              </a:xfrm>
              <a:prstGeom prst="rect">
                <a:avLst/>
              </a:prstGeom>
            </p:spPr>
          </p:pic>
        </p:grpSp>
        <p:grpSp>
          <p:nvGrpSpPr>
            <p:cNvPr id="1014" name="그룹 1014"/>
            <p:cNvGrpSpPr/>
            <p:nvPr/>
          </p:nvGrpSpPr>
          <p:grpSpPr>
            <a:xfrm>
              <a:off x="3119328" y="3347695"/>
              <a:ext cx="2056774" cy="114286"/>
              <a:chOff x="3119328" y="3347695"/>
              <a:chExt cx="2056774" cy="114286"/>
            </a:xfrm>
          </p:grpSpPr>
          <p:pic>
            <p:nvPicPr>
              <p:cNvPr id="40" name="Object 39"/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3119328" y="3347695"/>
                <a:ext cx="2056774" cy="114286"/>
              </a:xfrm>
              <a:prstGeom prst="rect">
                <a:avLst/>
              </a:prstGeom>
            </p:spPr>
          </p:pic>
        </p:grpSp>
        <p:grpSp>
          <p:nvGrpSpPr>
            <p:cNvPr id="1015" name="그룹 1015"/>
            <p:cNvGrpSpPr/>
            <p:nvPr/>
          </p:nvGrpSpPr>
          <p:grpSpPr>
            <a:xfrm>
              <a:off x="2599880" y="3049426"/>
              <a:ext cx="760190" cy="760190"/>
              <a:chOff x="2599880" y="3049426"/>
              <a:chExt cx="760190" cy="760190"/>
            </a:xfrm>
          </p:grpSpPr>
          <p:pic>
            <p:nvPicPr>
              <p:cNvPr id="43" name="Object 42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2599880" y="3049426"/>
                <a:ext cx="760190" cy="760190"/>
              </a:xfrm>
              <a:prstGeom prst="rect">
                <a:avLst/>
              </a:prstGeom>
            </p:spPr>
          </p:pic>
        </p:grpSp>
        <p:grpSp>
          <p:nvGrpSpPr>
            <p:cNvPr id="1016" name="그룹 1016"/>
            <p:cNvGrpSpPr/>
            <p:nvPr/>
          </p:nvGrpSpPr>
          <p:grpSpPr>
            <a:xfrm>
              <a:off x="1433492" y="4215513"/>
              <a:ext cx="1474641" cy="114286"/>
              <a:chOff x="1433492" y="4215513"/>
              <a:chExt cx="1474641" cy="114286"/>
            </a:xfrm>
          </p:grpSpPr>
          <p:pic>
            <p:nvPicPr>
              <p:cNvPr id="46" name="Object 45"/>
              <p:cNvPicPr>
                <a:picLocks noChangeAspect="1"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 rot="-3000000">
                <a:off x="1433492" y="4215513"/>
                <a:ext cx="1474641" cy="114286"/>
              </a:xfrm>
              <a:prstGeom prst="rect">
                <a:avLst/>
              </a:prstGeom>
            </p:spPr>
          </p:pic>
        </p:grpSp>
        <p:grpSp>
          <p:nvGrpSpPr>
            <p:cNvPr id="1017" name="그룹 1017"/>
            <p:cNvGrpSpPr/>
            <p:nvPr/>
          </p:nvGrpSpPr>
          <p:grpSpPr>
            <a:xfrm>
              <a:off x="871658" y="4448073"/>
              <a:ext cx="1398646" cy="1398646"/>
              <a:chOff x="871658" y="4448073"/>
              <a:chExt cx="1398646" cy="1398646"/>
            </a:xfrm>
          </p:grpSpPr>
          <p:pic>
            <p:nvPicPr>
              <p:cNvPr id="49" name="Object 48"/>
              <p:cNvPicPr>
                <a:picLocks noChangeAspect="1"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871658" y="4448073"/>
                <a:ext cx="1398646" cy="1398646"/>
              </a:xfrm>
              <a:prstGeom prst="rect">
                <a:avLst/>
              </a:prstGeom>
            </p:spPr>
          </p:pic>
        </p:grpSp>
        <p:grpSp>
          <p:nvGrpSpPr>
            <p:cNvPr id="1018" name="그룹 1018"/>
            <p:cNvGrpSpPr/>
            <p:nvPr/>
          </p:nvGrpSpPr>
          <p:grpSpPr>
            <a:xfrm>
              <a:off x="6574774" y="4486932"/>
              <a:ext cx="1398646" cy="1398646"/>
              <a:chOff x="6574774" y="4486932"/>
              <a:chExt cx="1398646" cy="1398646"/>
            </a:xfrm>
          </p:grpSpPr>
          <p:pic>
            <p:nvPicPr>
              <p:cNvPr id="52" name="Object 51"/>
              <p:cNvPicPr>
                <a:picLocks noChangeAspect="1"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6574774" y="4486932"/>
                <a:ext cx="1398646" cy="1398646"/>
              </a:xfrm>
              <a:prstGeom prst="rect">
                <a:avLst/>
              </a:prstGeom>
            </p:spPr>
          </p:pic>
        </p:grpSp>
        <p:pic>
          <p:nvPicPr>
            <p:cNvPr id="54" name="Object 53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06764" y="4638542"/>
              <a:ext cx="1052001" cy="928249"/>
            </a:xfrm>
            <a:prstGeom prst="rect">
              <a:avLst/>
            </a:prstGeom>
          </p:spPr>
        </p:pic>
        <p:pic>
          <p:nvPicPr>
            <p:cNvPr id="55" name="Object 54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715219" y="4684874"/>
              <a:ext cx="1002630" cy="928249"/>
            </a:xfrm>
            <a:prstGeom prst="rect">
              <a:avLst/>
            </a:prstGeom>
          </p:spPr>
        </p:pic>
        <p:pic>
          <p:nvPicPr>
            <p:cNvPr id="56" name="Object 55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23907" y="6144319"/>
              <a:ext cx="1017298" cy="738603"/>
            </a:xfrm>
            <a:prstGeom prst="rect">
              <a:avLst/>
            </a:prstGeom>
          </p:spPr>
        </p:pic>
        <p:pic>
          <p:nvPicPr>
            <p:cNvPr id="57" name="Object 56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747038" y="6961803"/>
              <a:ext cx="1026822" cy="748127"/>
            </a:xfrm>
            <a:prstGeom prst="rect">
              <a:avLst/>
            </a:prstGeom>
          </p:spPr>
        </p:pic>
        <p:pic>
          <p:nvPicPr>
            <p:cNvPr id="58" name="Object 57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720272" y="5020681"/>
              <a:ext cx="1026822" cy="748127"/>
            </a:xfrm>
            <a:prstGeom prst="rect">
              <a:avLst/>
            </a:prstGeom>
          </p:spPr>
        </p:pic>
        <p:pic>
          <p:nvPicPr>
            <p:cNvPr id="59" name="Object 58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305243" y="3316071"/>
              <a:ext cx="1026822" cy="748118"/>
            </a:xfrm>
            <a:prstGeom prst="rect">
              <a:avLst/>
            </a:prstGeom>
          </p:spPr>
        </p:pic>
        <p:pic>
          <p:nvPicPr>
            <p:cNvPr id="60" name="Object 59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810780" y="2601820"/>
              <a:ext cx="828260" cy="748118"/>
            </a:xfrm>
            <a:prstGeom prst="rect">
              <a:avLst/>
            </a:prstGeom>
          </p:spPr>
        </p:pic>
        <p:pic>
          <p:nvPicPr>
            <p:cNvPr id="61" name="Object 60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08168" y="3518442"/>
              <a:ext cx="828260" cy="748127"/>
            </a:xfrm>
            <a:prstGeom prst="rect">
              <a:avLst/>
            </a:prstGeom>
          </p:spPr>
        </p:pic>
        <p:pic>
          <p:nvPicPr>
            <p:cNvPr id="62" name="Object 61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556474" y="5330505"/>
              <a:ext cx="1026822" cy="748127"/>
            </a:xfrm>
            <a:prstGeom prst="rect">
              <a:avLst/>
            </a:prstGeom>
          </p:spPr>
        </p:pic>
        <p:pic>
          <p:nvPicPr>
            <p:cNvPr id="63" name="Object 62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970719" y="3625896"/>
              <a:ext cx="1026822" cy="748127"/>
            </a:xfrm>
            <a:prstGeom prst="rect">
              <a:avLst/>
            </a:prstGeom>
          </p:spPr>
        </p:pic>
      </p:grpSp>
      <p:pic>
        <p:nvPicPr>
          <p:cNvPr id="65" name="Object 64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15947316" y="123477"/>
            <a:ext cx="2331412" cy="1003155"/>
          </a:xfrm>
          <a:prstGeom prst="rect">
            <a:avLst/>
          </a:prstGeom>
        </p:spPr>
      </p:pic>
      <p:pic>
        <p:nvPicPr>
          <p:cNvPr id="66" name="Object 65"/>
          <p:cNvPicPr>
            <a:picLocks noChangeAspect="1"/>
          </p:cNvPicPr>
          <p:nvPr/>
        </p:nvPicPr>
        <p:blipFill>
          <a:blip r:embed="rId25" cstate="print"/>
          <a:stretch>
            <a:fillRect/>
          </a:stretch>
        </p:blipFill>
        <p:spPr>
          <a:xfrm>
            <a:off x="15341145" y="123477"/>
            <a:ext cx="827621" cy="1022487"/>
          </a:xfrm>
          <a:prstGeom prst="rect">
            <a:avLst/>
          </a:prstGeom>
        </p:spPr>
      </p:pic>
      <p:pic>
        <p:nvPicPr>
          <p:cNvPr id="67" name="Object 66"/>
          <p:cNvPicPr>
            <a:picLocks noChangeAspect="1"/>
          </p:cNvPicPr>
          <p:nvPr/>
        </p:nvPicPr>
        <p:blipFill>
          <a:blip r:embed="rId26" cstate="print"/>
          <a:stretch>
            <a:fillRect/>
          </a:stretch>
        </p:blipFill>
        <p:spPr>
          <a:xfrm>
            <a:off x="675416" y="335171"/>
            <a:ext cx="7363906" cy="1008992"/>
          </a:xfrm>
          <a:prstGeom prst="rect">
            <a:avLst/>
          </a:prstGeom>
        </p:spPr>
      </p:pic>
      <p:pic>
        <p:nvPicPr>
          <p:cNvPr id="68" name="Object 67"/>
          <p:cNvPicPr>
            <a:picLocks noChangeAspect="1"/>
          </p:cNvPicPr>
          <p:nvPr/>
        </p:nvPicPr>
        <p:blipFill>
          <a:blip r:embed="rId27" cstate="print"/>
          <a:stretch>
            <a:fillRect/>
          </a:stretch>
        </p:blipFill>
        <p:spPr>
          <a:xfrm>
            <a:off x="307216" y="9722858"/>
            <a:ext cx="9136121" cy="340892"/>
          </a:xfrm>
          <a:prstGeom prst="rect">
            <a:avLst/>
          </a:prstGeom>
        </p:spPr>
      </p:pic>
      <p:pic>
        <p:nvPicPr>
          <p:cNvPr id="69" name="Object 68"/>
          <p:cNvPicPr>
            <a:picLocks noChangeAspect="1"/>
          </p:cNvPicPr>
          <p:nvPr/>
        </p:nvPicPr>
        <p:blipFill>
          <a:blip r:embed="rId28" cstate="print"/>
          <a:stretch>
            <a:fillRect/>
          </a:stretch>
        </p:blipFill>
        <p:spPr>
          <a:xfrm>
            <a:off x="1128047" y="8702171"/>
            <a:ext cx="5897795" cy="605148"/>
          </a:xfrm>
          <a:prstGeom prst="rect">
            <a:avLst/>
          </a:prstGeom>
        </p:spPr>
      </p:pic>
      <p:pic>
        <p:nvPicPr>
          <p:cNvPr id="70" name="Object 69"/>
          <p:cNvPicPr>
            <a:picLocks noChangeAspect="1"/>
          </p:cNvPicPr>
          <p:nvPr/>
        </p:nvPicPr>
        <p:blipFill>
          <a:blip r:embed="rId29" cstate="print"/>
          <a:stretch>
            <a:fillRect/>
          </a:stretch>
        </p:blipFill>
        <p:spPr>
          <a:xfrm>
            <a:off x="8923811" y="5095239"/>
            <a:ext cx="8937720" cy="3929510"/>
          </a:xfrm>
          <a:prstGeom prst="rect">
            <a:avLst/>
          </a:prstGeom>
        </p:spPr>
      </p:pic>
      <p:grpSp>
        <p:nvGrpSpPr>
          <p:cNvPr id="1019" name="그룹 1019"/>
          <p:cNvGrpSpPr/>
          <p:nvPr/>
        </p:nvGrpSpPr>
        <p:grpSpPr>
          <a:xfrm>
            <a:off x="9367919" y="1183480"/>
            <a:ext cx="8580104" cy="3466120"/>
            <a:chOff x="9367919" y="1183480"/>
            <a:chExt cx="8580104" cy="3466120"/>
          </a:xfrm>
        </p:grpSpPr>
        <p:grpSp>
          <p:nvGrpSpPr>
            <p:cNvPr id="1020" name="그룹 1020"/>
            <p:cNvGrpSpPr/>
            <p:nvPr/>
          </p:nvGrpSpPr>
          <p:grpSpPr>
            <a:xfrm>
              <a:off x="9367919" y="1183480"/>
              <a:ext cx="8580104" cy="3466120"/>
              <a:chOff x="9367919" y="1183480"/>
              <a:chExt cx="8580104" cy="3466120"/>
            </a:xfrm>
          </p:grpSpPr>
          <p:pic>
            <p:nvPicPr>
              <p:cNvPr id="73" name="Object 72"/>
              <p:cNvPicPr>
                <a:picLocks noChangeAspect="1"/>
              </p:cNvPicPr>
              <p:nvPr/>
            </p:nvPicPr>
            <p:blipFill>
              <a:blip r:embed="rId30" cstate="print"/>
              <a:stretch>
                <a:fillRect/>
              </a:stretch>
            </p:blipFill>
            <p:spPr>
              <a:xfrm>
                <a:off x="9367919" y="1183480"/>
                <a:ext cx="8580104" cy="3466120"/>
              </a:xfrm>
              <a:prstGeom prst="rect">
                <a:avLst/>
              </a:prstGeom>
            </p:spPr>
          </p:pic>
        </p:grpSp>
        <p:pic>
          <p:nvPicPr>
            <p:cNvPr id="75" name="Object 74"/>
            <p:cNvPicPr>
              <a:picLocks noChangeAspect="1"/>
            </p:cNvPicPr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1271153" y="1371451"/>
              <a:ext cx="3620715" cy="663868"/>
            </a:xfrm>
            <a:prstGeom prst="rect">
              <a:avLst/>
            </a:prstGeom>
          </p:spPr>
        </p:pic>
        <p:grpSp>
          <p:nvGrpSpPr>
            <p:cNvPr id="1021" name="그룹 1021"/>
            <p:cNvGrpSpPr/>
            <p:nvPr/>
          </p:nvGrpSpPr>
          <p:grpSpPr>
            <a:xfrm>
              <a:off x="13418860" y="2118338"/>
              <a:ext cx="4438168" cy="2169631"/>
              <a:chOff x="13418860" y="2118338"/>
              <a:chExt cx="4438168" cy="2169631"/>
            </a:xfrm>
          </p:grpSpPr>
          <p:grpSp>
            <p:nvGrpSpPr>
              <p:cNvPr id="1022" name="그룹 1022"/>
              <p:cNvGrpSpPr/>
              <p:nvPr/>
            </p:nvGrpSpPr>
            <p:grpSpPr>
              <a:xfrm>
                <a:off x="14505678" y="2118338"/>
                <a:ext cx="1836445" cy="585489"/>
                <a:chOff x="14505678" y="2118338"/>
                <a:chExt cx="1836445" cy="585489"/>
              </a:xfrm>
            </p:grpSpPr>
            <p:grpSp>
              <p:nvGrpSpPr>
                <p:cNvPr id="1023" name="그룹 1023"/>
                <p:cNvGrpSpPr/>
                <p:nvPr/>
              </p:nvGrpSpPr>
              <p:grpSpPr>
                <a:xfrm>
                  <a:off x="14677028" y="2118338"/>
                  <a:ext cx="1590261" cy="585489"/>
                  <a:chOff x="14677028" y="2118338"/>
                  <a:chExt cx="1590261" cy="585489"/>
                </a:xfrm>
              </p:grpSpPr>
              <p:pic>
                <p:nvPicPr>
                  <p:cNvPr id="79" name="Object 78"/>
                  <p:cNvPicPr>
                    <a:picLocks noChangeAspect="1"/>
                  </p:cNvPicPr>
                  <p:nvPr/>
                </p:nvPicPr>
                <p:blipFill>
                  <a:blip r:embed="rId32" cstate="print"/>
                  <a:stretch>
                    <a:fillRect/>
                  </a:stretch>
                </p:blipFill>
                <p:spPr>
                  <a:xfrm>
                    <a:off x="14677028" y="2118338"/>
                    <a:ext cx="1590261" cy="585489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81" name="Object 80"/>
                <p:cNvPicPr>
                  <a:picLocks noChangeAspect="1"/>
                </p:cNvPicPr>
                <p:nvPr/>
              </p:nvPicPr>
              <p:blipFill>
                <a:blip r:embed="rId33" cstate="print"/>
                <a:stretch>
                  <a:fillRect/>
                </a:stretch>
              </p:blipFill>
              <p:spPr>
                <a:xfrm>
                  <a:off x="14467872" y="2193676"/>
                  <a:ext cx="1689339" cy="475825"/>
                </a:xfrm>
                <a:prstGeom prst="rect">
                  <a:avLst/>
                </a:prstGeom>
              </p:spPr>
            </p:pic>
          </p:grpSp>
          <p:pic>
            <p:nvPicPr>
              <p:cNvPr id="83" name="Object 82"/>
              <p:cNvPicPr>
                <a:picLocks noChangeAspect="1"/>
              </p:cNvPicPr>
              <p:nvPr/>
            </p:nvPicPr>
            <p:blipFill>
              <a:blip r:embed="rId34" cstate="print"/>
              <a:stretch>
                <a:fillRect/>
              </a:stretch>
            </p:blipFill>
            <p:spPr>
              <a:xfrm>
                <a:off x="13381053" y="3201789"/>
                <a:ext cx="1648054" cy="793739"/>
              </a:xfrm>
              <a:prstGeom prst="rect">
                <a:avLst/>
              </a:prstGeom>
            </p:spPr>
          </p:pic>
          <p:pic>
            <p:nvPicPr>
              <p:cNvPr id="84" name="Object 83"/>
              <p:cNvPicPr>
                <a:picLocks noChangeAspect="1"/>
              </p:cNvPicPr>
              <p:nvPr/>
            </p:nvPicPr>
            <p:blipFill>
              <a:blip r:embed="rId35" cstate="print"/>
              <a:stretch>
                <a:fillRect/>
              </a:stretch>
            </p:blipFill>
            <p:spPr>
              <a:xfrm>
                <a:off x="15984677" y="3187528"/>
                <a:ext cx="1828825" cy="1181711"/>
              </a:xfrm>
              <a:prstGeom prst="rect">
                <a:avLst/>
              </a:prstGeom>
            </p:spPr>
          </p:pic>
          <p:grpSp>
            <p:nvGrpSpPr>
              <p:cNvPr id="1024" name="그룹 1024"/>
              <p:cNvGrpSpPr/>
              <p:nvPr/>
            </p:nvGrpSpPr>
            <p:grpSpPr>
              <a:xfrm>
                <a:off x="14115147" y="2687963"/>
                <a:ext cx="2834273" cy="496889"/>
                <a:chOff x="14115147" y="2687963"/>
                <a:chExt cx="2834273" cy="496889"/>
              </a:xfrm>
            </p:grpSpPr>
            <p:grpSp>
              <p:nvGrpSpPr>
                <p:cNvPr id="1025" name="그룹 1025"/>
                <p:cNvGrpSpPr/>
                <p:nvPr/>
              </p:nvGrpSpPr>
              <p:grpSpPr>
                <a:xfrm>
                  <a:off x="14115147" y="2687963"/>
                  <a:ext cx="2825293" cy="486712"/>
                  <a:chOff x="14115147" y="2687963"/>
                  <a:chExt cx="2825293" cy="486712"/>
                </a:xfrm>
              </p:grpSpPr>
              <p:grpSp>
                <p:nvGrpSpPr>
                  <p:cNvPr id="1026" name="그룹 1026"/>
                  <p:cNvGrpSpPr/>
                  <p:nvPr/>
                </p:nvGrpSpPr>
                <p:grpSpPr>
                  <a:xfrm>
                    <a:off x="15396972" y="2795389"/>
                    <a:ext cx="256964" cy="42112"/>
                    <a:chOff x="15396972" y="2795389"/>
                    <a:chExt cx="256964" cy="42112"/>
                  </a:xfrm>
                </p:grpSpPr>
                <p:pic>
                  <p:nvPicPr>
                    <p:cNvPr id="88" name="Object 87"/>
                    <p:cNvPicPr>
                      <a:picLocks noChangeAspect="1"/>
                    </p:cNvPicPr>
                    <p:nvPr/>
                  </p:nvPicPr>
                  <p:blipFill>
                    <a:blip r:embed="rId36" cstate="print"/>
                    <a:stretch>
                      <a:fillRect/>
                    </a:stretch>
                  </p:blipFill>
                  <p:spPr>
                    <a:xfrm rot="5400000">
                      <a:off x="15396972" y="2795389"/>
                      <a:ext cx="256964" cy="42112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27" name="그룹 1027"/>
                  <p:cNvGrpSpPr/>
                  <p:nvPr/>
                </p:nvGrpSpPr>
                <p:grpSpPr>
                  <a:xfrm>
                    <a:off x="14133067" y="2924125"/>
                    <a:ext cx="2784775" cy="43697"/>
                    <a:chOff x="14133067" y="2924125"/>
                    <a:chExt cx="2784775" cy="43697"/>
                  </a:xfrm>
                </p:grpSpPr>
                <p:pic>
                  <p:nvPicPr>
                    <p:cNvPr id="91" name="Object 90"/>
                    <p:cNvPicPr>
                      <a:picLocks noChangeAspect="1"/>
                    </p:cNvPicPr>
                    <p:nvPr/>
                  </p:nvPicPr>
                  <p:blipFill>
                    <a:blip r:embed="rId37" cstate="print"/>
                    <a:stretch>
                      <a:fillRect/>
                    </a:stretch>
                  </p:blipFill>
                  <p:spPr>
                    <a:xfrm>
                      <a:off x="14133067" y="2924125"/>
                      <a:ext cx="2784775" cy="43697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28" name="그룹 1028"/>
                  <p:cNvGrpSpPr/>
                  <p:nvPr/>
                </p:nvGrpSpPr>
                <p:grpSpPr>
                  <a:xfrm>
                    <a:off x="14023400" y="3038822"/>
                    <a:ext cx="227601" cy="44106"/>
                    <a:chOff x="14023400" y="3038822"/>
                    <a:chExt cx="227601" cy="44106"/>
                  </a:xfrm>
                </p:grpSpPr>
                <p:pic>
                  <p:nvPicPr>
                    <p:cNvPr id="94" name="Object 93"/>
                    <p:cNvPicPr>
                      <a:picLocks noChangeAspect="1"/>
                    </p:cNvPicPr>
                    <p:nvPr/>
                  </p:nvPicPr>
                  <p:blipFill>
                    <a:blip r:embed="rId38" cstate="print"/>
                    <a:stretch>
                      <a:fillRect/>
                    </a:stretch>
                  </p:blipFill>
                  <p:spPr>
                    <a:xfrm rot="5400000">
                      <a:off x="14023400" y="3038822"/>
                      <a:ext cx="227601" cy="4410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29" name="그룹 1029"/>
                  <p:cNvGrpSpPr/>
                  <p:nvPr/>
                </p:nvGrpSpPr>
                <p:grpSpPr>
                  <a:xfrm>
                    <a:off x="16806002" y="3029699"/>
                    <a:ext cx="225453" cy="43423"/>
                    <a:chOff x="16806002" y="3029699"/>
                    <a:chExt cx="225453" cy="43423"/>
                  </a:xfrm>
                </p:grpSpPr>
                <p:pic>
                  <p:nvPicPr>
                    <p:cNvPr id="97" name="Object 96"/>
                    <p:cNvPicPr>
                      <a:picLocks noChangeAspect="1"/>
                    </p:cNvPicPr>
                    <p:nvPr/>
                  </p:nvPicPr>
                  <p:blipFill>
                    <a:blip r:embed="rId38" cstate="print"/>
                    <a:stretch>
                      <a:fillRect/>
                    </a:stretch>
                  </p:blipFill>
                  <p:spPr>
                    <a:xfrm rot="5400000">
                      <a:off x="16806002" y="3029699"/>
                      <a:ext cx="225453" cy="43423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1030" name="그룹 1030"/>
                <p:cNvGrpSpPr/>
                <p:nvPr/>
              </p:nvGrpSpPr>
              <p:grpSpPr>
                <a:xfrm>
                  <a:off x="14115147" y="2698141"/>
                  <a:ext cx="2825293" cy="486712"/>
                  <a:chOff x="14115147" y="2698141"/>
                  <a:chExt cx="2825293" cy="486712"/>
                </a:xfrm>
              </p:grpSpPr>
              <p:grpSp>
                <p:nvGrpSpPr>
                  <p:cNvPr id="1031" name="그룹 1031"/>
                  <p:cNvGrpSpPr/>
                  <p:nvPr/>
                </p:nvGrpSpPr>
                <p:grpSpPr>
                  <a:xfrm>
                    <a:off x="15396972" y="2805567"/>
                    <a:ext cx="256964" cy="42112"/>
                    <a:chOff x="15396972" y="2805567"/>
                    <a:chExt cx="256964" cy="42112"/>
                  </a:xfrm>
                </p:grpSpPr>
                <p:pic>
                  <p:nvPicPr>
                    <p:cNvPr id="102" name="Object 101"/>
                    <p:cNvPicPr>
                      <a:picLocks noChangeAspect="1"/>
                    </p:cNvPicPr>
                    <p:nvPr/>
                  </p:nvPicPr>
                  <p:blipFill>
                    <a:blip r:embed="rId36" cstate="print"/>
                    <a:stretch>
                      <a:fillRect/>
                    </a:stretch>
                  </p:blipFill>
                  <p:spPr>
                    <a:xfrm rot="5400000">
                      <a:off x="15396972" y="2805567"/>
                      <a:ext cx="256964" cy="42112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32" name="그룹 1032"/>
                  <p:cNvGrpSpPr/>
                  <p:nvPr/>
                </p:nvGrpSpPr>
                <p:grpSpPr>
                  <a:xfrm>
                    <a:off x="14133067" y="2934302"/>
                    <a:ext cx="2784775" cy="43697"/>
                    <a:chOff x="14133067" y="2934302"/>
                    <a:chExt cx="2784775" cy="43697"/>
                  </a:xfrm>
                </p:grpSpPr>
                <p:pic>
                  <p:nvPicPr>
                    <p:cNvPr id="105" name="Object 104"/>
                    <p:cNvPicPr>
                      <a:picLocks noChangeAspect="1"/>
                    </p:cNvPicPr>
                    <p:nvPr/>
                  </p:nvPicPr>
                  <p:blipFill>
                    <a:blip r:embed="rId37" cstate="print"/>
                    <a:stretch>
                      <a:fillRect/>
                    </a:stretch>
                  </p:blipFill>
                  <p:spPr>
                    <a:xfrm>
                      <a:off x="14133067" y="2934302"/>
                      <a:ext cx="2784775" cy="43697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33" name="그룹 1033"/>
                  <p:cNvGrpSpPr/>
                  <p:nvPr/>
                </p:nvGrpSpPr>
                <p:grpSpPr>
                  <a:xfrm>
                    <a:off x="14023400" y="3048999"/>
                    <a:ext cx="227601" cy="44106"/>
                    <a:chOff x="14023400" y="3048999"/>
                    <a:chExt cx="227601" cy="44106"/>
                  </a:xfrm>
                </p:grpSpPr>
                <p:pic>
                  <p:nvPicPr>
                    <p:cNvPr id="108" name="Object 107"/>
                    <p:cNvPicPr>
                      <a:picLocks noChangeAspect="1"/>
                    </p:cNvPicPr>
                    <p:nvPr/>
                  </p:nvPicPr>
                  <p:blipFill>
                    <a:blip r:embed="rId38" cstate="print"/>
                    <a:stretch>
                      <a:fillRect/>
                    </a:stretch>
                  </p:blipFill>
                  <p:spPr>
                    <a:xfrm rot="5400000">
                      <a:off x="14023400" y="3048999"/>
                      <a:ext cx="227601" cy="4410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34" name="그룹 1034"/>
                  <p:cNvGrpSpPr/>
                  <p:nvPr/>
                </p:nvGrpSpPr>
                <p:grpSpPr>
                  <a:xfrm>
                    <a:off x="16806002" y="3039876"/>
                    <a:ext cx="225453" cy="43423"/>
                    <a:chOff x="16806002" y="3039876"/>
                    <a:chExt cx="225453" cy="43423"/>
                  </a:xfrm>
                </p:grpSpPr>
                <p:pic>
                  <p:nvPicPr>
                    <p:cNvPr id="111" name="Object 110"/>
                    <p:cNvPicPr>
                      <a:picLocks noChangeAspect="1"/>
                    </p:cNvPicPr>
                    <p:nvPr/>
                  </p:nvPicPr>
                  <p:blipFill>
                    <a:blip r:embed="rId38" cstate="print"/>
                    <a:stretch>
                      <a:fillRect/>
                    </a:stretch>
                  </p:blipFill>
                  <p:spPr>
                    <a:xfrm rot="5400000">
                      <a:off x="16806002" y="3039876"/>
                      <a:ext cx="225453" cy="43423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1035" name="그룹 1035"/>
                <p:cNvGrpSpPr/>
                <p:nvPr/>
              </p:nvGrpSpPr>
              <p:grpSpPr>
                <a:xfrm>
                  <a:off x="14124127" y="2687963"/>
                  <a:ext cx="2825293" cy="486712"/>
                  <a:chOff x="14124127" y="2687963"/>
                  <a:chExt cx="2825293" cy="486712"/>
                </a:xfrm>
              </p:grpSpPr>
              <p:grpSp>
                <p:nvGrpSpPr>
                  <p:cNvPr id="1036" name="그룹 1036"/>
                  <p:cNvGrpSpPr/>
                  <p:nvPr/>
                </p:nvGrpSpPr>
                <p:grpSpPr>
                  <a:xfrm>
                    <a:off x="15405952" y="2795389"/>
                    <a:ext cx="256964" cy="42112"/>
                    <a:chOff x="15405952" y="2795389"/>
                    <a:chExt cx="256964" cy="42112"/>
                  </a:xfrm>
                </p:grpSpPr>
                <p:pic>
                  <p:nvPicPr>
                    <p:cNvPr id="116" name="Object 115"/>
                    <p:cNvPicPr>
                      <a:picLocks noChangeAspect="1"/>
                    </p:cNvPicPr>
                    <p:nvPr/>
                  </p:nvPicPr>
                  <p:blipFill>
                    <a:blip r:embed="rId36" cstate="print"/>
                    <a:stretch>
                      <a:fillRect/>
                    </a:stretch>
                  </p:blipFill>
                  <p:spPr>
                    <a:xfrm rot="5400000">
                      <a:off x="15405952" y="2795389"/>
                      <a:ext cx="256964" cy="42112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37" name="그룹 1037"/>
                  <p:cNvGrpSpPr/>
                  <p:nvPr/>
                </p:nvGrpSpPr>
                <p:grpSpPr>
                  <a:xfrm>
                    <a:off x="14142047" y="2924125"/>
                    <a:ext cx="2784775" cy="43697"/>
                    <a:chOff x="14142047" y="2924125"/>
                    <a:chExt cx="2784775" cy="43697"/>
                  </a:xfrm>
                </p:grpSpPr>
                <p:pic>
                  <p:nvPicPr>
                    <p:cNvPr id="119" name="Object 118"/>
                    <p:cNvPicPr>
                      <a:picLocks noChangeAspect="1"/>
                    </p:cNvPicPr>
                    <p:nvPr/>
                  </p:nvPicPr>
                  <p:blipFill>
                    <a:blip r:embed="rId37" cstate="print"/>
                    <a:stretch>
                      <a:fillRect/>
                    </a:stretch>
                  </p:blipFill>
                  <p:spPr>
                    <a:xfrm>
                      <a:off x="14142047" y="2924125"/>
                      <a:ext cx="2784775" cy="43697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38" name="그룹 1038"/>
                  <p:cNvGrpSpPr/>
                  <p:nvPr/>
                </p:nvGrpSpPr>
                <p:grpSpPr>
                  <a:xfrm>
                    <a:off x="14032380" y="3038822"/>
                    <a:ext cx="227601" cy="44106"/>
                    <a:chOff x="14032380" y="3038822"/>
                    <a:chExt cx="227601" cy="44106"/>
                  </a:xfrm>
                </p:grpSpPr>
                <p:pic>
                  <p:nvPicPr>
                    <p:cNvPr id="122" name="Object 121"/>
                    <p:cNvPicPr>
                      <a:picLocks noChangeAspect="1"/>
                    </p:cNvPicPr>
                    <p:nvPr/>
                  </p:nvPicPr>
                  <p:blipFill>
                    <a:blip r:embed="rId38" cstate="print"/>
                    <a:stretch>
                      <a:fillRect/>
                    </a:stretch>
                  </p:blipFill>
                  <p:spPr>
                    <a:xfrm rot="5400000">
                      <a:off x="14032380" y="3038822"/>
                      <a:ext cx="227601" cy="4410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39" name="그룹 1039"/>
                  <p:cNvGrpSpPr/>
                  <p:nvPr/>
                </p:nvGrpSpPr>
                <p:grpSpPr>
                  <a:xfrm>
                    <a:off x="16814982" y="3029699"/>
                    <a:ext cx="225453" cy="43423"/>
                    <a:chOff x="16814982" y="3029699"/>
                    <a:chExt cx="225453" cy="43423"/>
                  </a:xfrm>
                </p:grpSpPr>
                <p:pic>
                  <p:nvPicPr>
                    <p:cNvPr id="125" name="Object 124"/>
                    <p:cNvPicPr>
                      <a:picLocks noChangeAspect="1"/>
                    </p:cNvPicPr>
                    <p:nvPr/>
                  </p:nvPicPr>
                  <p:blipFill>
                    <a:blip r:embed="rId38" cstate="print"/>
                    <a:stretch>
                      <a:fillRect/>
                    </a:stretch>
                  </p:blipFill>
                  <p:spPr>
                    <a:xfrm rot="5400000">
                      <a:off x="16814982" y="3029699"/>
                      <a:ext cx="225453" cy="43423"/>
                    </a:xfrm>
                    <a:prstGeom prst="rect">
                      <a:avLst/>
                    </a:prstGeom>
                  </p:spPr>
                </p:pic>
              </p:grpSp>
            </p:grpSp>
          </p:grpSp>
          <p:grpSp>
            <p:nvGrpSpPr>
              <p:cNvPr id="1040" name="그룹 1040"/>
              <p:cNvGrpSpPr/>
              <p:nvPr/>
            </p:nvGrpSpPr>
            <p:grpSpPr>
              <a:xfrm>
                <a:off x="14115147" y="2678983"/>
                <a:ext cx="2834273" cy="496889"/>
                <a:chOff x="14115147" y="2678983"/>
                <a:chExt cx="2834273" cy="496889"/>
              </a:xfrm>
            </p:grpSpPr>
            <p:grpSp>
              <p:nvGrpSpPr>
                <p:cNvPr id="1041" name="그룹 1041"/>
                <p:cNvGrpSpPr/>
                <p:nvPr/>
              </p:nvGrpSpPr>
              <p:grpSpPr>
                <a:xfrm>
                  <a:off x="14115147" y="2678983"/>
                  <a:ext cx="2825293" cy="486712"/>
                  <a:chOff x="14115147" y="2678983"/>
                  <a:chExt cx="2825293" cy="486712"/>
                </a:xfrm>
              </p:grpSpPr>
              <p:grpSp>
                <p:nvGrpSpPr>
                  <p:cNvPr id="1042" name="그룹 1042"/>
                  <p:cNvGrpSpPr/>
                  <p:nvPr/>
                </p:nvGrpSpPr>
                <p:grpSpPr>
                  <a:xfrm>
                    <a:off x="15396972" y="2786409"/>
                    <a:ext cx="256964" cy="42112"/>
                    <a:chOff x="15396972" y="2786409"/>
                    <a:chExt cx="256964" cy="42112"/>
                  </a:xfrm>
                </p:grpSpPr>
                <p:pic>
                  <p:nvPicPr>
                    <p:cNvPr id="132" name="Object 131"/>
                    <p:cNvPicPr>
                      <a:picLocks noChangeAspect="1"/>
                    </p:cNvPicPr>
                    <p:nvPr/>
                  </p:nvPicPr>
                  <p:blipFill>
                    <a:blip r:embed="rId36" cstate="print"/>
                    <a:stretch>
                      <a:fillRect/>
                    </a:stretch>
                  </p:blipFill>
                  <p:spPr>
                    <a:xfrm rot="5400000">
                      <a:off x="15396972" y="2786409"/>
                      <a:ext cx="256964" cy="42112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43" name="그룹 1043"/>
                  <p:cNvGrpSpPr/>
                  <p:nvPr/>
                </p:nvGrpSpPr>
                <p:grpSpPr>
                  <a:xfrm>
                    <a:off x="14133067" y="2915145"/>
                    <a:ext cx="2784775" cy="43697"/>
                    <a:chOff x="14133067" y="2915145"/>
                    <a:chExt cx="2784775" cy="43697"/>
                  </a:xfrm>
                </p:grpSpPr>
                <p:pic>
                  <p:nvPicPr>
                    <p:cNvPr id="135" name="Object 134"/>
                    <p:cNvPicPr>
                      <a:picLocks noChangeAspect="1"/>
                    </p:cNvPicPr>
                    <p:nvPr/>
                  </p:nvPicPr>
                  <p:blipFill>
                    <a:blip r:embed="rId37" cstate="print"/>
                    <a:stretch>
                      <a:fillRect/>
                    </a:stretch>
                  </p:blipFill>
                  <p:spPr>
                    <a:xfrm>
                      <a:off x="14133067" y="2915145"/>
                      <a:ext cx="2784775" cy="43697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44" name="그룹 1044"/>
                  <p:cNvGrpSpPr/>
                  <p:nvPr/>
                </p:nvGrpSpPr>
                <p:grpSpPr>
                  <a:xfrm>
                    <a:off x="14023400" y="3029842"/>
                    <a:ext cx="227601" cy="44106"/>
                    <a:chOff x="14023400" y="3029842"/>
                    <a:chExt cx="227601" cy="44106"/>
                  </a:xfrm>
                </p:grpSpPr>
                <p:pic>
                  <p:nvPicPr>
                    <p:cNvPr id="138" name="Object 137"/>
                    <p:cNvPicPr>
                      <a:picLocks noChangeAspect="1"/>
                    </p:cNvPicPr>
                    <p:nvPr/>
                  </p:nvPicPr>
                  <p:blipFill>
                    <a:blip r:embed="rId38" cstate="print"/>
                    <a:stretch>
                      <a:fillRect/>
                    </a:stretch>
                  </p:blipFill>
                  <p:spPr>
                    <a:xfrm rot="5400000">
                      <a:off x="14023400" y="3029842"/>
                      <a:ext cx="227601" cy="4410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45" name="그룹 1045"/>
                  <p:cNvGrpSpPr/>
                  <p:nvPr/>
                </p:nvGrpSpPr>
                <p:grpSpPr>
                  <a:xfrm>
                    <a:off x="16806002" y="3020719"/>
                    <a:ext cx="225453" cy="43423"/>
                    <a:chOff x="16806002" y="3020719"/>
                    <a:chExt cx="225453" cy="43423"/>
                  </a:xfrm>
                </p:grpSpPr>
                <p:pic>
                  <p:nvPicPr>
                    <p:cNvPr id="141" name="Object 140"/>
                    <p:cNvPicPr>
                      <a:picLocks noChangeAspect="1"/>
                    </p:cNvPicPr>
                    <p:nvPr/>
                  </p:nvPicPr>
                  <p:blipFill>
                    <a:blip r:embed="rId38" cstate="print"/>
                    <a:stretch>
                      <a:fillRect/>
                    </a:stretch>
                  </p:blipFill>
                  <p:spPr>
                    <a:xfrm rot="5400000">
                      <a:off x="16806002" y="3020719"/>
                      <a:ext cx="225453" cy="43423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1046" name="그룹 1046"/>
                <p:cNvGrpSpPr/>
                <p:nvPr/>
              </p:nvGrpSpPr>
              <p:grpSpPr>
                <a:xfrm>
                  <a:off x="14115147" y="2689161"/>
                  <a:ext cx="2825293" cy="486712"/>
                  <a:chOff x="14115147" y="2689161"/>
                  <a:chExt cx="2825293" cy="486712"/>
                </a:xfrm>
              </p:grpSpPr>
              <p:grpSp>
                <p:nvGrpSpPr>
                  <p:cNvPr id="1047" name="그룹 1047"/>
                  <p:cNvGrpSpPr/>
                  <p:nvPr/>
                </p:nvGrpSpPr>
                <p:grpSpPr>
                  <a:xfrm>
                    <a:off x="15396972" y="2796587"/>
                    <a:ext cx="256964" cy="42112"/>
                    <a:chOff x="15396972" y="2796587"/>
                    <a:chExt cx="256964" cy="42112"/>
                  </a:xfrm>
                </p:grpSpPr>
                <p:pic>
                  <p:nvPicPr>
                    <p:cNvPr id="146" name="Object 145"/>
                    <p:cNvPicPr>
                      <a:picLocks noChangeAspect="1"/>
                    </p:cNvPicPr>
                    <p:nvPr/>
                  </p:nvPicPr>
                  <p:blipFill>
                    <a:blip r:embed="rId36" cstate="print"/>
                    <a:stretch>
                      <a:fillRect/>
                    </a:stretch>
                  </p:blipFill>
                  <p:spPr>
                    <a:xfrm rot="5400000">
                      <a:off x="15396972" y="2796587"/>
                      <a:ext cx="256964" cy="42112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48" name="그룹 1048"/>
                  <p:cNvGrpSpPr/>
                  <p:nvPr/>
                </p:nvGrpSpPr>
                <p:grpSpPr>
                  <a:xfrm>
                    <a:off x="14133067" y="2925322"/>
                    <a:ext cx="2784775" cy="43697"/>
                    <a:chOff x="14133067" y="2925322"/>
                    <a:chExt cx="2784775" cy="43697"/>
                  </a:xfrm>
                </p:grpSpPr>
                <p:pic>
                  <p:nvPicPr>
                    <p:cNvPr id="149" name="Object 148"/>
                    <p:cNvPicPr>
                      <a:picLocks noChangeAspect="1"/>
                    </p:cNvPicPr>
                    <p:nvPr/>
                  </p:nvPicPr>
                  <p:blipFill>
                    <a:blip r:embed="rId37" cstate="print"/>
                    <a:stretch>
                      <a:fillRect/>
                    </a:stretch>
                  </p:blipFill>
                  <p:spPr>
                    <a:xfrm>
                      <a:off x="14133067" y="2925322"/>
                      <a:ext cx="2784775" cy="43697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49" name="그룹 1049"/>
                  <p:cNvGrpSpPr/>
                  <p:nvPr/>
                </p:nvGrpSpPr>
                <p:grpSpPr>
                  <a:xfrm>
                    <a:off x="14023400" y="3040019"/>
                    <a:ext cx="227601" cy="44106"/>
                    <a:chOff x="14023400" y="3040019"/>
                    <a:chExt cx="227601" cy="44106"/>
                  </a:xfrm>
                </p:grpSpPr>
                <p:pic>
                  <p:nvPicPr>
                    <p:cNvPr id="152" name="Object 151"/>
                    <p:cNvPicPr>
                      <a:picLocks noChangeAspect="1"/>
                    </p:cNvPicPr>
                    <p:nvPr/>
                  </p:nvPicPr>
                  <p:blipFill>
                    <a:blip r:embed="rId38" cstate="print"/>
                    <a:stretch>
                      <a:fillRect/>
                    </a:stretch>
                  </p:blipFill>
                  <p:spPr>
                    <a:xfrm rot="5400000">
                      <a:off x="14023400" y="3040019"/>
                      <a:ext cx="227601" cy="4410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50" name="그룹 1050"/>
                  <p:cNvGrpSpPr/>
                  <p:nvPr/>
                </p:nvGrpSpPr>
                <p:grpSpPr>
                  <a:xfrm>
                    <a:off x="16806002" y="3030896"/>
                    <a:ext cx="225453" cy="43423"/>
                    <a:chOff x="16806002" y="3030896"/>
                    <a:chExt cx="225453" cy="43423"/>
                  </a:xfrm>
                </p:grpSpPr>
                <p:pic>
                  <p:nvPicPr>
                    <p:cNvPr id="155" name="Object 154"/>
                    <p:cNvPicPr>
                      <a:picLocks noChangeAspect="1"/>
                    </p:cNvPicPr>
                    <p:nvPr/>
                  </p:nvPicPr>
                  <p:blipFill>
                    <a:blip r:embed="rId38" cstate="print"/>
                    <a:stretch>
                      <a:fillRect/>
                    </a:stretch>
                  </p:blipFill>
                  <p:spPr>
                    <a:xfrm rot="5400000">
                      <a:off x="16806002" y="3030896"/>
                      <a:ext cx="225453" cy="43423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1051" name="그룹 1051"/>
                <p:cNvGrpSpPr/>
                <p:nvPr/>
              </p:nvGrpSpPr>
              <p:grpSpPr>
                <a:xfrm>
                  <a:off x="14124127" y="2678983"/>
                  <a:ext cx="2825293" cy="486712"/>
                  <a:chOff x="14124127" y="2678983"/>
                  <a:chExt cx="2825293" cy="486712"/>
                </a:xfrm>
              </p:grpSpPr>
              <p:grpSp>
                <p:nvGrpSpPr>
                  <p:cNvPr id="1052" name="그룹 1052"/>
                  <p:cNvGrpSpPr/>
                  <p:nvPr/>
                </p:nvGrpSpPr>
                <p:grpSpPr>
                  <a:xfrm>
                    <a:off x="15405952" y="2786409"/>
                    <a:ext cx="256964" cy="42112"/>
                    <a:chOff x="15405952" y="2786409"/>
                    <a:chExt cx="256964" cy="42112"/>
                  </a:xfrm>
                </p:grpSpPr>
                <p:pic>
                  <p:nvPicPr>
                    <p:cNvPr id="160" name="Object 159"/>
                    <p:cNvPicPr>
                      <a:picLocks noChangeAspect="1"/>
                    </p:cNvPicPr>
                    <p:nvPr/>
                  </p:nvPicPr>
                  <p:blipFill>
                    <a:blip r:embed="rId36" cstate="print"/>
                    <a:stretch>
                      <a:fillRect/>
                    </a:stretch>
                  </p:blipFill>
                  <p:spPr>
                    <a:xfrm rot="5400000">
                      <a:off x="15405952" y="2786409"/>
                      <a:ext cx="256964" cy="42112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53" name="그룹 1053"/>
                  <p:cNvGrpSpPr/>
                  <p:nvPr/>
                </p:nvGrpSpPr>
                <p:grpSpPr>
                  <a:xfrm>
                    <a:off x="14142047" y="2915145"/>
                    <a:ext cx="2784775" cy="43697"/>
                    <a:chOff x="14142047" y="2915145"/>
                    <a:chExt cx="2784775" cy="43697"/>
                  </a:xfrm>
                </p:grpSpPr>
                <p:pic>
                  <p:nvPicPr>
                    <p:cNvPr id="163" name="Object 162"/>
                    <p:cNvPicPr>
                      <a:picLocks noChangeAspect="1"/>
                    </p:cNvPicPr>
                    <p:nvPr/>
                  </p:nvPicPr>
                  <p:blipFill>
                    <a:blip r:embed="rId37" cstate="print"/>
                    <a:stretch>
                      <a:fillRect/>
                    </a:stretch>
                  </p:blipFill>
                  <p:spPr>
                    <a:xfrm>
                      <a:off x="14142047" y="2915145"/>
                      <a:ext cx="2784775" cy="43697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54" name="그룹 1054"/>
                  <p:cNvGrpSpPr/>
                  <p:nvPr/>
                </p:nvGrpSpPr>
                <p:grpSpPr>
                  <a:xfrm>
                    <a:off x="14032380" y="3029842"/>
                    <a:ext cx="227601" cy="44106"/>
                    <a:chOff x="14032380" y="3029842"/>
                    <a:chExt cx="227601" cy="44106"/>
                  </a:xfrm>
                </p:grpSpPr>
                <p:pic>
                  <p:nvPicPr>
                    <p:cNvPr id="166" name="Object 165"/>
                    <p:cNvPicPr>
                      <a:picLocks noChangeAspect="1"/>
                    </p:cNvPicPr>
                    <p:nvPr/>
                  </p:nvPicPr>
                  <p:blipFill>
                    <a:blip r:embed="rId38" cstate="print"/>
                    <a:stretch>
                      <a:fillRect/>
                    </a:stretch>
                  </p:blipFill>
                  <p:spPr>
                    <a:xfrm rot="5400000">
                      <a:off x="14032380" y="3029842"/>
                      <a:ext cx="227601" cy="4410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55" name="그룹 1055"/>
                  <p:cNvGrpSpPr/>
                  <p:nvPr/>
                </p:nvGrpSpPr>
                <p:grpSpPr>
                  <a:xfrm>
                    <a:off x="16814982" y="3020719"/>
                    <a:ext cx="225453" cy="43423"/>
                    <a:chOff x="16814982" y="3020719"/>
                    <a:chExt cx="225453" cy="43423"/>
                  </a:xfrm>
                </p:grpSpPr>
                <p:pic>
                  <p:nvPicPr>
                    <p:cNvPr id="169" name="Object 168"/>
                    <p:cNvPicPr>
                      <a:picLocks noChangeAspect="1"/>
                    </p:cNvPicPr>
                    <p:nvPr/>
                  </p:nvPicPr>
                  <p:blipFill>
                    <a:blip r:embed="rId38" cstate="print"/>
                    <a:stretch>
                      <a:fillRect/>
                    </a:stretch>
                  </p:blipFill>
                  <p:spPr>
                    <a:xfrm rot="5400000">
                      <a:off x="16814982" y="3020719"/>
                      <a:ext cx="225453" cy="43423"/>
                    </a:xfrm>
                    <a:prstGeom prst="rect">
                      <a:avLst/>
                    </a:prstGeom>
                  </p:spPr>
                </p:pic>
              </p:grpSp>
            </p:grpSp>
          </p:grpSp>
        </p:grpSp>
        <p:grpSp>
          <p:nvGrpSpPr>
            <p:cNvPr id="1056" name="그룹 1056"/>
            <p:cNvGrpSpPr/>
            <p:nvPr/>
          </p:nvGrpSpPr>
          <p:grpSpPr>
            <a:xfrm>
              <a:off x="9367919" y="2100378"/>
              <a:ext cx="4241592" cy="1434391"/>
              <a:chOff x="9367919" y="2100378"/>
              <a:chExt cx="4241592" cy="1434391"/>
            </a:xfrm>
          </p:grpSpPr>
          <p:grpSp>
            <p:nvGrpSpPr>
              <p:cNvPr id="1057" name="그룹 1057"/>
              <p:cNvGrpSpPr/>
              <p:nvPr/>
            </p:nvGrpSpPr>
            <p:grpSpPr>
              <a:xfrm>
                <a:off x="9367919" y="2100378"/>
                <a:ext cx="4241592" cy="1434391"/>
                <a:chOff x="9367919" y="2100378"/>
                <a:chExt cx="4241592" cy="1434391"/>
              </a:xfrm>
            </p:grpSpPr>
            <p:pic>
              <p:nvPicPr>
                <p:cNvPr id="176" name="Object 175"/>
                <p:cNvPicPr>
                  <a:picLocks noChangeAspect="1"/>
                </p:cNvPicPr>
                <p:nvPr/>
              </p:nvPicPr>
              <p:blipFill>
                <a:blip r:embed="rId39" cstate="print"/>
                <a:stretch>
                  <a:fillRect/>
                </a:stretch>
              </p:blipFill>
              <p:spPr>
                <a:xfrm>
                  <a:off x="9330113" y="3137762"/>
                  <a:ext cx="1376073" cy="475825"/>
                </a:xfrm>
                <a:prstGeom prst="rect">
                  <a:avLst/>
                </a:prstGeom>
              </p:spPr>
            </p:pic>
            <p:pic>
              <p:nvPicPr>
                <p:cNvPr id="177" name="Object 176"/>
                <p:cNvPicPr>
                  <a:picLocks noChangeAspect="1"/>
                </p:cNvPicPr>
                <p:nvPr/>
              </p:nvPicPr>
              <p:blipFill>
                <a:blip r:embed="rId40" cstate="print"/>
                <a:stretch>
                  <a:fillRect/>
                </a:stretch>
              </p:blipFill>
              <p:spPr>
                <a:xfrm>
                  <a:off x="12059397" y="3137762"/>
                  <a:ext cx="1141730" cy="475825"/>
                </a:xfrm>
                <a:prstGeom prst="rect">
                  <a:avLst/>
                </a:prstGeom>
              </p:spPr>
            </p:pic>
            <p:grpSp>
              <p:nvGrpSpPr>
                <p:cNvPr id="1058" name="그룹 1058"/>
                <p:cNvGrpSpPr/>
                <p:nvPr/>
              </p:nvGrpSpPr>
              <p:grpSpPr>
                <a:xfrm>
                  <a:off x="10070067" y="2675508"/>
                  <a:ext cx="2834273" cy="496889"/>
                  <a:chOff x="10070067" y="2675508"/>
                  <a:chExt cx="2834273" cy="496889"/>
                </a:xfrm>
              </p:grpSpPr>
              <p:grpSp>
                <p:nvGrpSpPr>
                  <p:cNvPr id="1059" name="그룹 1059"/>
                  <p:cNvGrpSpPr/>
                  <p:nvPr/>
                </p:nvGrpSpPr>
                <p:grpSpPr>
                  <a:xfrm>
                    <a:off x="10070067" y="2675508"/>
                    <a:ext cx="2825293" cy="486712"/>
                    <a:chOff x="10070067" y="2675508"/>
                    <a:chExt cx="2825293" cy="486712"/>
                  </a:xfrm>
                </p:grpSpPr>
                <p:grpSp>
                  <p:nvGrpSpPr>
                    <p:cNvPr id="1060" name="그룹 1060"/>
                    <p:cNvGrpSpPr/>
                    <p:nvPr/>
                  </p:nvGrpSpPr>
                  <p:grpSpPr>
                    <a:xfrm>
                      <a:off x="11351893" y="2782933"/>
                      <a:ext cx="256964" cy="42112"/>
                      <a:chOff x="11351893" y="2782933"/>
                      <a:chExt cx="256964" cy="42112"/>
                    </a:xfrm>
                  </p:grpSpPr>
                  <p:pic>
                    <p:nvPicPr>
                      <p:cNvPr id="181" name="Object 180"/>
                      <p:cNvPicPr>
                        <a:picLocks noChangeAspect="1"/>
                      </p:cNvPicPr>
                      <p:nvPr/>
                    </p:nvPicPr>
                    <p:blipFill>
                      <a:blip r:embed="rId36" cstate="print"/>
                      <a:stretch>
                        <a:fillRect/>
                      </a:stretch>
                    </p:blipFill>
                    <p:spPr>
                      <a:xfrm rot="5400000">
                        <a:off x="11351893" y="2782933"/>
                        <a:ext cx="256964" cy="42112"/>
                      </a:xfrm>
                      <a:prstGeom prst="rect">
                        <a:avLst/>
                      </a:prstGeom>
                    </p:spPr>
                  </p:pic>
                </p:grpSp>
                <p:grpSp>
                  <p:nvGrpSpPr>
                    <p:cNvPr id="1061" name="그룹 1061"/>
                    <p:cNvGrpSpPr/>
                    <p:nvPr/>
                  </p:nvGrpSpPr>
                  <p:grpSpPr>
                    <a:xfrm>
                      <a:off x="10087987" y="2911669"/>
                      <a:ext cx="2784775" cy="43697"/>
                      <a:chOff x="10087987" y="2911669"/>
                      <a:chExt cx="2784775" cy="43697"/>
                    </a:xfrm>
                  </p:grpSpPr>
                  <p:pic>
                    <p:nvPicPr>
                      <p:cNvPr id="184" name="Object 183"/>
                      <p:cNvPicPr>
                        <a:picLocks noChangeAspect="1"/>
                      </p:cNvPicPr>
                      <p:nvPr/>
                    </p:nvPicPr>
                    <p:blipFill>
                      <a:blip r:embed="rId37" cstate="print"/>
                      <a:stretch>
                        <a:fillRect/>
                      </a:stretch>
                    </p:blipFill>
                    <p:spPr>
                      <a:xfrm>
                        <a:off x="10087987" y="2911669"/>
                        <a:ext cx="2784775" cy="43697"/>
                      </a:xfrm>
                      <a:prstGeom prst="rect">
                        <a:avLst/>
                      </a:prstGeom>
                    </p:spPr>
                  </p:pic>
                </p:grpSp>
                <p:grpSp>
                  <p:nvGrpSpPr>
                    <p:cNvPr id="1062" name="그룹 1062"/>
                    <p:cNvGrpSpPr/>
                    <p:nvPr/>
                  </p:nvGrpSpPr>
                  <p:grpSpPr>
                    <a:xfrm>
                      <a:off x="9978320" y="3026366"/>
                      <a:ext cx="227601" cy="44106"/>
                      <a:chOff x="9978320" y="3026366"/>
                      <a:chExt cx="227601" cy="44106"/>
                    </a:xfrm>
                  </p:grpSpPr>
                  <p:pic>
                    <p:nvPicPr>
                      <p:cNvPr id="187" name="Object 186"/>
                      <p:cNvPicPr>
                        <a:picLocks noChangeAspect="1"/>
                      </p:cNvPicPr>
                      <p:nvPr/>
                    </p:nvPicPr>
                    <p:blipFill>
                      <a:blip r:embed="rId38" cstate="print"/>
                      <a:stretch>
                        <a:fillRect/>
                      </a:stretch>
                    </p:blipFill>
                    <p:spPr>
                      <a:xfrm rot="5400000">
                        <a:off x="9978320" y="3026366"/>
                        <a:ext cx="227601" cy="44106"/>
                      </a:xfrm>
                      <a:prstGeom prst="rect">
                        <a:avLst/>
                      </a:prstGeom>
                    </p:spPr>
                  </p:pic>
                </p:grpSp>
                <p:grpSp>
                  <p:nvGrpSpPr>
                    <p:cNvPr id="1063" name="그룹 1063"/>
                    <p:cNvGrpSpPr/>
                    <p:nvPr/>
                  </p:nvGrpSpPr>
                  <p:grpSpPr>
                    <a:xfrm>
                      <a:off x="12760923" y="3017243"/>
                      <a:ext cx="225453" cy="43423"/>
                      <a:chOff x="12760923" y="3017243"/>
                      <a:chExt cx="225453" cy="43423"/>
                    </a:xfrm>
                  </p:grpSpPr>
                  <p:pic>
                    <p:nvPicPr>
                      <p:cNvPr id="190" name="Object 189"/>
                      <p:cNvPicPr>
                        <a:picLocks noChangeAspect="1"/>
                      </p:cNvPicPr>
                      <p:nvPr/>
                    </p:nvPicPr>
                    <p:blipFill>
                      <a:blip r:embed="rId38" cstate="print"/>
                      <a:stretch>
                        <a:fillRect/>
                      </a:stretch>
                    </p:blipFill>
                    <p:spPr>
                      <a:xfrm rot="5400000">
                        <a:off x="12760923" y="3017243"/>
                        <a:ext cx="225453" cy="4342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grpSp>
                <p:nvGrpSpPr>
                  <p:cNvPr id="1064" name="그룹 1064"/>
                  <p:cNvGrpSpPr/>
                  <p:nvPr/>
                </p:nvGrpSpPr>
                <p:grpSpPr>
                  <a:xfrm>
                    <a:off x="10070067" y="2685685"/>
                    <a:ext cx="2825293" cy="486712"/>
                    <a:chOff x="10070067" y="2685685"/>
                    <a:chExt cx="2825293" cy="486712"/>
                  </a:xfrm>
                </p:grpSpPr>
                <p:grpSp>
                  <p:nvGrpSpPr>
                    <p:cNvPr id="1065" name="그룹 1065"/>
                    <p:cNvGrpSpPr/>
                    <p:nvPr/>
                  </p:nvGrpSpPr>
                  <p:grpSpPr>
                    <a:xfrm>
                      <a:off x="11351893" y="2793111"/>
                      <a:ext cx="256964" cy="42112"/>
                      <a:chOff x="11351893" y="2793111"/>
                      <a:chExt cx="256964" cy="42112"/>
                    </a:xfrm>
                  </p:grpSpPr>
                  <p:pic>
                    <p:nvPicPr>
                      <p:cNvPr id="195" name="Object 194"/>
                      <p:cNvPicPr>
                        <a:picLocks noChangeAspect="1"/>
                      </p:cNvPicPr>
                      <p:nvPr/>
                    </p:nvPicPr>
                    <p:blipFill>
                      <a:blip r:embed="rId36" cstate="print"/>
                      <a:stretch>
                        <a:fillRect/>
                      </a:stretch>
                    </p:blipFill>
                    <p:spPr>
                      <a:xfrm rot="5400000">
                        <a:off x="11351893" y="2793111"/>
                        <a:ext cx="256964" cy="42112"/>
                      </a:xfrm>
                      <a:prstGeom prst="rect">
                        <a:avLst/>
                      </a:prstGeom>
                    </p:spPr>
                  </p:pic>
                </p:grpSp>
                <p:grpSp>
                  <p:nvGrpSpPr>
                    <p:cNvPr id="1066" name="그룹 1066"/>
                    <p:cNvGrpSpPr/>
                    <p:nvPr/>
                  </p:nvGrpSpPr>
                  <p:grpSpPr>
                    <a:xfrm>
                      <a:off x="10087987" y="2921846"/>
                      <a:ext cx="2784775" cy="43697"/>
                      <a:chOff x="10087987" y="2921846"/>
                      <a:chExt cx="2784775" cy="43697"/>
                    </a:xfrm>
                  </p:grpSpPr>
                  <p:pic>
                    <p:nvPicPr>
                      <p:cNvPr id="198" name="Object 197"/>
                      <p:cNvPicPr>
                        <a:picLocks noChangeAspect="1"/>
                      </p:cNvPicPr>
                      <p:nvPr/>
                    </p:nvPicPr>
                    <p:blipFill>
                      <a:blip r:embed="rId37" cstate="print"/>
                      <a:stretch>
                        <a:fillRect/>
                      </a:stretch>
                    </p:blipFill>
                    <p:spPr>
                      <a:xfrm>
                        <a:off x="10087987" y="2921846"/>
                        <a:ext cx="2784775" cy="43697"/>
                      </a:xfrm>
                      <a:prstGeom prst="rect">
                        <a:avLst/>
                      </a:prstGeom>
                    </p:spPr>
                  </p:pic>
                </p:grpSp>
                <p:grpSp>
                  <p:nvGrpSpPr>
                    <p:cNvPr id="1067" name="그룹 1067"/>
                    <p:cNvGrpSpPr/>
                    <p:nvPr/>
                  </p:nvGrpSpPr>
                  <p:grpSpPr>
                    <a:xfrm>
                      <a:off x="9978320" y="3036543"/>
                      <a:ext cx="227601" cy="44106"/>
                      <a:chOff x="9978320" y="3036543"/>
                      <a:chExt cx="227601" cy="44106"/>
                    </a:xfrm>
                  </p:grpSpPr>
                  <p:pic>
                    <p:nvPicPr>
                      <p:cNvPr id="201" name="Object 200"/>
                      <p:cNvPicPr>
                        <a:picLocks noChangeAspect="1"/>
                      </p:cNvPicPr>
                      <p:nvPr/>
                    </p:nvPicPr>
                    <p:blipFill>
                      <a:blip r:embed="rId38" cstate="print"/>
                      <a:stretch>
                        <a:fillRect/>
                      </a:stretch>
                    </p:blipFill>
                    <p:spPr>
                      <a:xfrm rot="5400000">
                        <a:off x="9978320" y="3036543"/>
                        <a:ext cx="227601" cy="44106"/>
                      </a:xfrm>
                      <a:prstGeom prst="rect">
                        <a:avLst/>
                      </a:prstGeom>
                    </p:spPr>
                  </p:pic>
                </p:grpSp>
                <p:grpSp>
                  <p:nvGrpSpPr>
                    <p:cNvPr id="1068" name="그룹 1068"/>
                    <p:cNvGrpSpPr/>
                    <p:nvPr/>
                  </p:nvGrpSpPr>
                  <p:grpSpPr>
                    <a:xfrm>
                      <a:off x="12760923" y="3027420"/>
                      <a:ext cx="225453" cy="43423"/>
                      <a:chOff x="12760923" y="3027420"/>
                      <a:chExt cx="225453" cy="43423"/>
                    </a:xfrm>
                  </p:grpSpPr>
                  <p:pic>
                    <p:nvPicPr>
                      <p:cNvPr id="204" name="Object 203"/>
                      <p:cNvPicPr>
                        <a:picLocks noChangeAspect="1"/>
                      </p:cNvPicPr>
                      <p:nvPr/>
                    </p:nvPicPr>
                    <p:blipFill>
                      <a:blip r:embed="rId38" cstate="print"/>
                      <a:stretch>
                        <a:fillRect/>
                      </a:stretch>
                    </p:blipFill>
                    <p:spPr>
                      <a:xfrm rot="5400000">
                        <a:off x="12760923" y="3027420"/>
                        <a:ext cx="225453" cy="4342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grpSp>
                <p:nvGrpSpPr>
                  <p:cNvPr id="1069" name="그룹 1069"/>
                  <p:cNvGrpSpPr/>
                  <p:nvPr/>
                </p:nvGrpSpPr>
                <p:grpSpPr>
                  <a:xfrm>
                    <a:off x="10079047" y="2675508"/>
                    <a:ext cx="2825293" cy="486712"/>
                    <a:chOff x="10079047" y="2675508"/>
                    <a:chExt cx="2825293" cy="486712"/>
                  </a:xfrm>
                </p:grpSpPr>
                <p:grpSp>
                  <p:nvGrpSpPr>
                    <p:cNvPr id="1070" name="그룹 1070"/>
                    <p:cNvGrpSpPr/>
                    <p:nvPr/>
                  </p:nvGrpSpPr>
                  <p:grpSpPr>
                    <a:xfrm>
                      <a:off x="11360873" y="2782933"/>
                      <a:ext cx="256964" cy="42112"/>
                      <a:chOff x="11360873" y="2782933"/>
                      <a:chExt cx="256964" cy="42112"/>
                    </a:xfrm>
                  </p:grpSpPr>
                  <p:pic>
                    <p:nvPicPr>
                      <p:cNvPr id="209" name="Object 208"/>
                      <p:cNvPicPr>
                        <a:picLocks noChangeAspect="1"/>
                      </p:cNvPicPr>
                      <p:nvPr/>
                    </p:nvPicPr>
                    <p:blipFill>
                      <a:blip r:embed="rId36" cstate="print"/>
                      <a:stretch>
                        <a:fillRect/>
                      </a:stretch>
                    </p:blipFill>
                    <p:spPr>
                      <a:xfrm rot="5400000">
                        <a:off x="11360873" y="2782933"/>
                        <a:ext cx="256964" cy="42112"/>
                      </a:xfrm>
                      <a:prstGeom prst="rect">
                        <a:avLst/>
                      </a:prstGeom>
                    </p:spPr>
                  </p:pic>
                </p:grpSp>
                <p:grpSp>
                  <p:nvGrpSpPr>
                    <p:cNvPr id="1071" name="그룹 1071"/>
                    <p:cNvGrpSpPr/>
                    <p:nvPr/>
                  </p:nvGrpSpPr>
                  <p:grpSpPr>
                    <a:xfrm>
                      <a:off x="10096967" y="2911669"/>
                      <a:ext cx="2784775" cy="43697"/>
                      <a:chOff x="10096967" y="2911669"/>
                      <a:chExt cx="2784775" cy="43697"/>
                    </a:xfrm>
                  </p:grpSpPr>
                  <p:pic>
                    <p:nvPicPr>
                      <p:cNvPr id="212" name="Object 211"/>
                      <p:cNvPicPr>
                        <a:picLocks noChangeAspect="1"/>
                      </p:cNvPicPr>
                      <p:nvPr/>
                    </p:nvPicPr>
                    <p:blipFill>
                      <a:blip r:embed="rId37" cstate="print"/>
                      <a:stretch>
                        <a:fillRect/>
                      </a:stretch>
                    </p:blipFill>
                    <p:spPr>
                      <a:xfrm>
                        <a:off x="10096967" y="2911669"/>
                        <a:ext cx="2784775" cy="43697"/>
                      </a:xfrm>
                      <a:prstGeom prst="rect">
                        <a:avLst/>
                      </a:prstGeom>
                    </p:spPr>
                  </p:pic>
                </p:grpSp>
                <p:grpSp>
                  <p:nvGrpSpPr>
                    <p:cNvPr id="1072" name="그룹 1072"/>
                    <p:cNvGrpSpPr/>
                    <p:nvPr/>
                  </p:nvGrpSpPr>
                  <p:grpSpPr>
                    <a:xfrm>
                      <a:off x="9987300" y="3026366"/>
                      <a:ext cx="227601" cy="44106"/>
                      <a:chOff x="9987300" y="3026366"/>
                      <a:chExt cx="227601" cy="44106"/>
                    </a:xfrm>
                  </p:grpSpPr>
                  <p:pic>
                    <p:nvPicPr>
                      <p:cNvPr id="215" name="Object 214"/>
                      <p:cNvPicPr>
                        <a:picLocks noChangeAspect="1"/>
                      </p:cNvPicPr>
                      <p:nvPr/>
                    </p:nvPicPr>
                    <p:blipFill>
                      <a:blip r:embed="rId38" cstate="print"/>
                      <a:stretch>
                        <a:fillRect/>
                      </a:stretch>
                    </p:blipFill>
                    <p:spPr>
                      <a:xfrm rot="5400000">
                        <a:off x="9987300" y="3026366"/>
                        <a:ext cx="227601" cy="44106"/>
                      </a:xfrm>
                      <a:prstGeom prst="rect">
                        <a:avLst/>
                      </a:prstGeom>
                    </p:spPr>
                  </p:pic>
                </p:grpSp>
                <p:grpSp>
                  <p:nvGrpSpPr>
                    <p:cNvPr id="1073" name="그룹 1073"/>
                    <p:cNvGrpSpPr/>
                    <p:nvPr/>
                  </p:nvGrpSpPr>
                  <p:grpSpPr>
                    <a:xfrm>
                      <a:off x="12769903" y="3017243"/>
                      <a:ext cx="225453" cy="43423"/>
                      <a:chOff x="12769903" y="3017243"/>
                      <a:chExt cx="225453" cy="43423"/>
                    </a:xfrm>
                  </p:grpSpPr>
                  <p:pic>
                    <p:nvPicPr>
                      <p:cNvPr id="218" name="Object 217"/>
                      <p:cNvPicPr>
                        <a:picLocks noChangeAspect="1"/>
                      </p:cNvPicPr>
                      <p:nvPr/>
                    </p:nvPicPr>
                    <p:blipFill>
                      <a:blip r:embed="rId38" cstate="print"/>
                      <a:stretch>
                        <a:fillRect/>
                      </a:stretch>
                    </p:blipFill>
                    <p:spPr>
                      <a:xfrm rot="5400000">
                        <a:off x="12769903" y="3017243"/>
                        <a:ext cx="225453" cy="43423"/>
                      </a:xfrm>
                      <a:prstGeom prst="rect">
                        <a:avLst/>
                      </a:prstGeom>
                    </p:spPr>
                  </p:pic>
                </p:grpSp>
              </p:grpSp>
            </p:grpSp>
            <p:grpSp>
              <p:nvGrpSpPr>
                <p:cNvPr id="1074" name="그룹 1074"/>
                <p:cNvGrpSpPr/>
                <p:nvPr/>
              </p:nvGrpSpPr>
              <p:grpSpPr>
                <a:xfrm>
                  <a:off x="10346925" y="2100378"/>
                  <a:ext cx="2280557" cy="585489"/>
                  <a:chOff x="10346925" y="2100378"/>
                  <a:chExt cx="2280557" cy="585489"/>
                </a:xfrm>
              </p:grpSpPr>
              <p:grpSp>
                <p:nvGrpSpPr>
                  <p:cNvPr id="1075" name="그룹 1075"/>
                  <p:cNvGrpSpPr/>
                  <p:nvPr/>
                </p:nvGrpSpPr>
                <p:grpSpPr>
                  <a:xfrm>
                    <a:off x="10692073" y="2100378"/>
                    <a:ext cx="1590261" cy="585489"/>
                    <a:chOff x="10692073" y="2100378"/>
                    <a:chExt cx="1590261" cy="585489"/>
                  </a:xfrm>
                </p:grpSpPr>
                <p:pic>
                  <p:nvPicPr>
                    <p:cNvPr id="224" name="Object 223"/>
                    <p:cNvPicPr>
                      <a:picLocks noChangeAspect="1"/>
                    </p:cNvPicPr>
                    <p:nvPr/>
                  </p:nvPicPr>
                  <p:blipFill>
                    <a:blip r:embed="rId41" cstate="print"/>
                    <a:stretch>
                      <a:fillRect/>
                    </a:stretch>
                  </p:blipFill>
                  <p:spPr>
                    <a:xfrm>
                      <a:off x="10692073" y="2100378"/>
                      <a:ext cx="1590261" cy="585489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226" name="Object 225"/>
                  <p:cNvPicPr>
                    <a:picLocks noChangeAspect="1"/>
                  </p:cNvPicPr>
                  <p:nvPr/>
                </p:nvPicPr>
                <p:blipFill>
                  <a:blip r:embed="rId42" cstate="print"/>
                  <a:stretch>
                    <a:fillRect/>
                  </a:stretch>
                </p:blipFill>
                <p:spPr>
                  <a:xfrm>
                    <a:off x="10309119" y="2156469"/>
                    <a:ext cx="1911454" cy="475825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076" name="그룹 1076"/>
              <p:cNvGrpSpPr/>
              <p:nvPr/>
            </p:nvGrpSpPr>
            <p:grpSpPr>
              <a:xfrm>
                <a:off x="10076653" y="2666528"/>
                <a:ext cx="2834273" cy="496889"/>
                <a:chOff x="10076653" y="2666528"/>
                <a:chExt cx="2834273" cy="496889"/>
              </a:xfrm>
            </p:grpSpPr>
            <p:grpSp>
              <p:nvGrpSpPr>
                <p:cNvPr id="1077" name="그룹 1077"/>
                <p:cNvGrpSpPr/>
                <p:nvPr/>
              </p:nvGrpSpPr>
              <p:grpSpPr>
                <a:xfrm>
                  <a:off x="10076653" y="2666528"/>
                  <a:ext cx="2825293" cy="486712"/>
                  <a:chOff x="10076653" y="2666528"/>
                  <a:chExt cx="2825293" cy="486712"/>
                </a:xfrm>
              </p:grpSpPr>
              <p:grpSp>
                <p:nvGrpSpPr>
                  <p:cNvPr id="1078" name="그룹 1078"/>
                  <p:cNvGrpSpPr/>
                  <p:nvPr/>
                </p:nvGrpSpPr>
                <p:grpSpPr>
                  <a:xfrm>
                    <a:off x="11358478" y="2773953"/>
                    <a:ext cx="256964" cy="42112"/>
                    <a:chOff x="11358478" y="2773953"/>
                    <a:chExt cx="256964" cy="42112"/>
                  </a:xfrm>
                </p:grpSpPr>
                <p:pic>
                  <p:nvPicPr>
                    <p:cNvPr id="232" name="Object 231"/>
                    <p:cNvPicPr>
                      <a:picLocks noChangeAspect="1"/>
                    </p:cNvPicPr>
                    <p:nvPr/>
                  </p:nvPicPr>
                  <p:blipFill>
                    <a:blip r:embed="rId36" cstate="print"/>
                    <a:stretch>
                      <a:fillRect/>
                    </a:stretch>
                  </p:blipFill>
                  <p:spPr>
                    <a:xfrm rot="5400000">
                      <a:off x="11358478" y="2773953"/>
                      <a:ext cx="256964" cy="42112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79" name="그룹 1079"/>
                  <p:cNvGrpSpPr/>
                  <p:nvPr/>
                </p:nvGrpSpPr>
                <p:grpSpPr>
                  <a:xfrm>
                    <a:off x="10094573" y="2902689"/>
                    <a:ext cx="2784775" cy="43697"/>
                    <a:chOff x="10094573" y="2902689"/>
                    <a:chExt cx="2784775" cy="43697"/>
                  </a:xfrm>
                </p:grpSpPr>
                <p:pic>
                  <p:nvPicPr>
                    <p:cNvPr id="235" name="Object 234"/>
                    <p:cNvPicPr>
                      <a:picLocks noChangeAspect="1"/>
                    </p:cNvPicPr>
                    <p:nvPr/>
                  </p:nvPicPr>
                  <p:blipFill>
                    <a:blip r:embed="rId37" cstate="print"/>
                    <a:stretch>
                      <a:fillRect/>
                    </a:stretch>
                  </p:blipFill>
                  <p:spPr>
                    <a:xfrm>
                      <a:off x="10094573" y="2902689"/>
                      <a:ext cx="2784775" cy="43697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80" name="그룹 1080"/>
                  <p:cNvGrpSpPr/>
                  <p:nvPr/>
                </p:nvGrpSpPr>
                <p:grpSpPr>
                  <a:xfrm>
                    <a:off x="9984906" y="3017386"/>
                    <a:ext cx="227601" cy="44106"/>
                    <a:chOff x="9984906" y="3017386"/>
                    <a:chExt cx="227601" cy="44106"/>
                  </a:xfrm>
                </p:grpSpPr>
                <p:pic>
                  <p:nvPicPr>
                    <p:cNvPr id="238" name="Object 237"/>
                    <p:cNvPicPr>
                      <a:picLocks noChangeAspect="1"/>
                    </p:cNvPicPr>
                    <p:nvPr/>
                  </p:nvPicPr>
                  <p:blipFill>
                    <a:blip r:embed="rId38" cstate="print"/>
                    <a:stretch>
                      <a:fillRect/>
                    </a:stretch>
                  </p:blipFill>
                  <p:spPr>
                    <a:xfrm rot="5400000">
                      <a:off x="9984906" y="3017386"/>
                      <a:ext cx="227601" cy="4410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81" name="그룹 1081"/>
                  <p:cNvGrpSpPr/>
                  <p:nvPr/>
                </p:nvGrpSpPr>
                <p:grpSpPr>
                  <a:xfrm>
                    <a:off x="12767508" y="3008263"/>
                    <a:ext cx="225453" cy="43423"/>
                    <a:chOff x="12767508" y="3008263"/>
                    <a:chExt cx="225453" cy="43423"/>
                  </a:xfrm>
                </p:grpSpPr>
                <p:pic>
                  <p:nvPicPr>
                    <p:cNvPr id="241" name="Object 240"/>
                    <p:cNvPicPr>
                      <a:picLocks noChangeAspect="1"/>
                    </p:cNvPicPr>
                    <p:nvPr/>
                  </p:nvPicPr>
                  <p:blipFill>
                    <a:blip r:embed="rId38" cstate="print"/>
                    <a:stretch>
                      <a:fillRect/>
                    </a:stretch>
                  </p:blipFill>
                  <p:spPr>
                    <a:xfrm rot="5400000">
                      <a:off x="12767508" y="3008263"/>
                      <a:ext cx="225453" cy="43423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1082" name="그룹 1082"/>
                <p:cNvGrpSpPr/>
                <p:nvPr/>
              </p:nvGrpSpPr>
              <p:grpSpPr>
                <a:xfrm>
                  <a:off x="10076653" y="2676705"/>
                  <a:ext cx="2825293" cy="486712"/>
                  <a:chOff x="10076653" y="2676705"/>
                  <a:chExt cx="2825293" cy="486712"/>
                </a:xfrm>
              </p:grpSpPr>
              <p:grpSp>
                <p:nvGrpSpPr>
                  <p:cNvPr id="1083" name="그룹 1083"/>
                  <p:cNvGrpSpPr/>
                  <p:nvPr/>
                </p:nvGrpSpPr>
                <p:grpSpPr>
                  <a:xfrm>
                    <a:off x="11358478" y="2784131"/>
                    <a:ext cx="256964" cy="42112"/>
                    <a:chOff x="11358478" y="2784131"/>
                    <a:chExt cx="256964" cy="42112"/>
                  </a:xfrm>
                </p:grpSpPr>
                <p:pic>
                  <p:nvPicPr>
                    <p:cNvPr id="246" name="Object 245"/>
                    <p:cNvPicPr>
                      <a:picLocks noChangeAspect="1"/>
                    </p:cNvPicPr>
                    <p:nvPr/>
                  </p:nvPicPr>
                  <p:blipFill>
                    <a:blip r:embed="rId36" cstate="print"/>
                    <a:stretch>
                      <a:fillRect/>
                    </a:stretch>
                  </p:blipFill>
                  <p:spPr>
                    <a:xfrm rot="5400000">
                      <a:off x="11358478" y="2784131"/>
                      <a:ext cx="256964" cy="42112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84" name="그룹 1084"/>
                  <p:cNvGrpSpPr/>
                  <p:nvPr/>
                </p:nvGrpSpPr>
                <p:grpSpPr>
                  <a:xfrm>
                    <a:off x="10094573" y="2912866"/>
                    <a:ext cx="2784775" cy="43697"/>
                    <a:chOff x="10094573" y="2912866"/>
                    <a:chExt cx="2784775" cy="43697"/>
                  </a:xfrm>
                </p:grpSpPr>
                <p:pic>
                  <p:nvPicPr>
                    <p:cNvPr id="249" name="Object 248"/>
                    <p:cNvPicPr>
                      <a:picLocks noChangeAspect="1"/>
                    </p:cNvPicPr>
                    <p:nvPr/>
                  </p:nvPicPr>
                  <p:blipFill>
                    <a:blip r:embed="rId37" cstate="print"/>
                    <a:stretch>
                      <a:fillRect/>
                    </a:stretch>
                  </p:blipFill>
                  <p:spPr>
                    <a:xfrm>
                      <a:off x="10094573" y="2912866"/>
                      <a:ext cx="2784775" cy="43697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85" name="그룹 1085"/>
                  <p:cNvGrpSpPr/>
                  <p:nvPr/>
                </p:nvGrpSpPr>
                <p:grpSpPr>
                  <a:xfrm>
                    <a:off x="9984906" y="3027563"/>
                    <a:ext cx="227601" cy="44106"/>
                    <a:chOff x="9984906" y="3027563"/>
                    <a:chExt cx="227601" cy="44106"/>
                  </a:xfrm>
                </p:grpSpPr>
                <p:pic>
                  <p:nvPicPr>
                    <p:cNvPr id="252" name="Object 251"/>
                    <p:cNvPicPr>
                      <a:picLocks noChangeAspect="1"/>
                    </p:cNvPicPr>
                    <p:nvPr/>
                  </p:nvPicPr>
                  <p:blipFill>
                    <a:blip r:embed="rId38" cstate="print"/>
                    <a:stretch>
                      <a:fillRect/>
                    </a:stretch>
                  </p:blipFill>
                  <p:spPr>
                    <a:xfrm rot="5400000">
                      <a:off x="9984906" y="3027563"/>
                      <a:ext cx="227601" cy="4410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86" name="그룹 1086"/>
                  <p:cNvGrpSpPr/>
                  <p:nvPr/>
                </p:nvGrpSpPr>
                <p:grpSpPr>
                  <a:xfrm>
                    <a:off x="12767508" y="3018440"/>
                    <a:ext cx="225453" cy="43423"/>
                    <a:chOff x="12767508" y="3018440"/>
                    <a:chExt cx="225453" cy="43423"/>
                  </a:xfrm>
                </p:grpSpPr>
                <p:pic>
                  <p:nvPicPr>
                    <p:cNvPr id="255" name="Object 254"/>
                    <p:cNvPicPr>
                      <a:picLocks noChangeAspect="1"/>
                    </p:cNvPicPr>
                    <p:nvPr/>
                  </p:nvPicPr>
                  <p:blipFill>
                    <a:blip r:embed="rId38" cstate="print"/>
                    <a:stretch>
                      <a:fillRect/>
                    </a:stretch>
                  </p:blipFill>
                  <p:spPr>
                    <a:xfrm rot="5400000">
                      <a:off x="12767508" y="3018440"/>
                      <a:ext cx="225453" cy="43423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1087" name="그룹 1087"/>
                <p:cNvGrpSpPr/>
                <p:nvPr/>
              </p:nvGrpSpPr>
              <p:grpSpPr>
                <a:xfrm>
                  <a:off x="10085633" y="2666528"/>
                  <a:ext cx="2825293" cy="486712"/>
                  <a:chOff x="10085633" y="2666528"/>
                  <a:chExt cx="2825293" cy="486712"/>
                </a:xfrm>
              </p:grpSpPr>
              <p:grpSp>
                <p:nvGrpSpPr>
                  <p:cNvPr id="1088" name="그룹 1088"/>
                  <p:cNvGrpSpPr/>
                  <p:nvPr/>
                </p:nvGrpSpPr>
                <p:grpSpPr>
                  <a:xfrm>
                    <a:off x="11367458" y="2773953"/>
                    <a:ext cx="256964" cy="42112"/>
                    <a:chOff x="11367458" y="2773953"/>
                    <a:chExt cx="256964" cy="42112"/>
                  </a:xfrm>
                </p:grpSpPr>
                <p:pic>
                  <p:nvPicPr>
                    <p:cNvPr id="260" name="Object 259"/>
                    <p:cNvPicPr>
                      <a:picLocks noChangeAspect="1"/>
                    </p:cNvPicPr>
                    <p:nvPr/>
                  </p:nvPicPr>
                  <p:blipFill>
                    <a:blip r:embed="rId36" cstate="print"/>
                    <a:stretch>
                      <a:fillRect/>
                    </a:stretch>
                  </p:blipFill>
                  <p:spPr>
                    <a:xfrm rot="5400000">
                      <a:off x="11367458" y="2773953"/>
                      <a:ext cx="256964" cy="42112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89" name="그룹 1089"/>
                  <p:cNvGrpSpPr/>
                  <p:nvPr/>
                </p:nvGrpSpPr>
                <p:grpSpPr>
                  <a:xfrm>
                    <a:off x="10103553" y="2902689"/>
                    <a:ext cx="2784775" cy="43697"/>
                    <a:chOff x="10103553" y="2902689"/>
                    <a:chExt cx="2784775" cy="43697"/>
                  </a:xfrm>
                </p:grpSpPr>
                <p:pic>
                  <p:nvPicPr>
                    <p:cNvPr id="263" name="Object 262"/>
                    <p:cNvPicPr>
                      <a:picLocks noChangeAspect="1"/>
                    </p:cNvPicPr>
                    <p:nvPr/>
                  </p:nvPicPr>
                  <p:blipFill>
                    <a:blip r:embed="rId37" cstate="print"/>
                    <a:stretch>
                      <a:fillRect/>
                    </a:stretch>
                  </p:blipFill>
                  <p:spPr>
                    <a:xfrm>
                      <a:off x="10103553" y="2902689"/>
                      <a:ext cx="2784775" cy="43697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90" name="그룹 1090"/>
                  <p:cNvGrpSpPr/>
                  <p:nvPr/>
                </p:nvGrpSpPr>
                <p:grpSpPr>
                  <a:xfrm>
                    <a:off x="9993886" y="3017386"/>
                    <a:ext cx="227601" cy="44106"/>
                    <a:chOff x="9993886" y="3017386"/>
                    <a:chExt cx="227601" cy="44106"/>
                  </a:xfrm>
                </p:grpSpPr>
                <p:pic>
                  <p:nvPicPr>
                    <p:cNvPr id="266" name="Object 265"/>
                    <p:cNvPicPr>
                      <a:picLocks noChangeAspect="1"/>
                    </p:cNvPicPr>
                    <p:nvPr/>
                  </p:nvPicPr>
                  <p:blipFill>
                    <a:blip r:embed="rId38" cstate="print"/>
                    <a:stretch>
                      <a:fillRect/>
                    </a:stretch>
                  </p:blipFill>
                  <p:spPr>
                    <a:xfrm rot="5400000">
                      <a:off x="9993886" y="3017386"/>
                      <a:ext cx="227601" cy="4410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91" name="그룹 1091"/>
                  <p:cNvGrpSpPr/>
                  <p:nvPr/>
                </p:nvGrpSpPr>
                <p:grpSpPr>
                  <a:xfrm>
                    <a:off x="12776488" y="3008263"/>
                    <a:ext cx="225453" cy="43423"/>
                    <a:chOff x="12776488" y="3008263"/>
                    <a:chExt cx="225453" cy="43423"/>
                  </a:xfrm>
                </p:grpSpPr>
                <p:pic>
                  <p:nvPicPr>
                    <p:cNvPr id="269" name="Object 268"/>
                    <p:cNvPicPr>
                      <a:picLocks noChangeAspect="1"/>
                    </p:cNvPicPr>
                    <p:nvPr/>
                  </p:nvPicPr>
                  <p:blipFill>
                    <a:blip r:embed="rId38" cstate="print"/>
                    <a:stretch>
                      <a:fillRect/>
                    </a:stretch>
                  </p:blipFill>
                  <p:spPr>
                    <a:xfrm rot="5400000">
                      <a:off x="12776488" y="3008263"/>
                      <a:ext cx="225453" cy="43423"/>
                    </a:xfrm>
                    <a:prstGeom prst="rect">
                      <a:avLst/>
                    </a:prstGeom>
                  </p:spPr>
                </p:pic>
              </p:grpSp>
            </p:grpSp>
          </p:grp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3822025"/>
            <a:chOff x="0" y="0"/>
            <a:chExt cx="18285714" cy="3822025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3822025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48565" y="8961357"/>
            <a:ext cx="3727095" cy="893810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303775" y="2205670"/>
            <a:ext cx="8173168" cy="6712647"/>
            <a:chOff x="303775" y="2205670"/>
            <a:chExt cx="8173168" cy="6712647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3775" y="2205670"/>
              <a:ext cx="8173168" cy="671264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3897603" y="5192774"/>
            <a:ext cx="2527988" cy="2174070"/>
            <a:chOff x="3897603" y="5192774"/>
            <a:chExt cx="2527988" cy="2174070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7860000">
              <a:off x="3897603" y="5192774"/>
              <a:ext cx="2527988" cy="2174070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3038474" y="6014606"/>
            <a:ext cx="1085714" cy="1085714"/>
            <a:chOff x="3038474" y="6014606"/>
            <a:chExt cx="1085714" cy="1085714"/>
          </a:xfrm>
        </p:grpSpPr>
        <p:grpSp>
          <p:nvGrpSpPr>
            <p:cNvPr id="1005" name="그룹 1005"/>
            <p:cNvGrpSpPr/>
            <p:nvPr/>
          </p:nvGrpSpPr>
          <p:grpSpPr>
            <a:xfrm>
              <a:off x="3038474" y="6014606"/>
              <a:ext cx="1083837" cy="1083837"/>
              <a:chOff x="3038474" y="6014606"/>
              <a:chExt cx="1083837" cy="1083837"/>
            </a:xfrm>
          </p:grpSpPr>
          <p:pic>
            <p:nvPicPr>
              <p:cNvPr id="14" name="Object 13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3038474" y="6014606"/>
                <a:ext cx="1083837" cy="1083837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3492631" y="6486432"/>
              <a:ext cx="177865" cy="177865"/>
              <a:chOff x="3492631" y="6486432"/>
              <a:chExt cx="177865" cy="177865"/>
            </a:xfrm>
          </p:grpSpPr>
          <p:pic>
            <p:nvPicPr>
              <p:cNvPr id="17" name="Object 16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3492631" y="6486432"/>
                <a:ext cx="177865" cy="177865"/>
              </a:xfrm>
              <a:prstGeom prst="rect">
                <a:avLst/>
              </a:prstGeom>
            </p:spPr>
          </p:pic>
        </p:grpSp>
      </p:grpSp>
      <p:grpSp>
        <p:nvGrpSpPr>
          <p:cNvPr id="1007" name="그룹 1007"/>
          <p:cNvGrpSpPr/>
          <p:nvPr/>
        </p:nvGrpSpPr>
        <p:grpSpPr>
          <a:xfrm>
            <a:off x="4124189" y="3761658"/>
            <a:ext cx="3573011" cy="3573011"/>
            <a:chOff x="4124189" y="3761658"/>
            <a:chExt cx="3573011" cy="3573011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24189" y="3761658"/>
              <a:ext cx="3573011" cy="3573011"/>
            </a:xfrm>
            <a:prstGeom prst="rect">
              <a:avLst/>
            </a:prstGeom>
          </p:spPr>
        </p:pic>
      </p:grpSp>
      <p:pic>
        <p:nvPicPr>
          <p:cNvPr id="23" name="Object 22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1101393" y="8962459"/>
            <a:ext cx="4154351" cy="891932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8893128" y="2205670"/>
            <a:ext cx="9024431" cy="6712647"/>
            <a:chOff x="8893128" y="2205670"/>
            <a:chExt cx="9024431" cy="6712647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93128" y="2205670"/>
              <a:ext cx="9024431" cy="6712647"/>
            </a:xfrm>
            <a:prstGeom prst="rect">
              <a:avLst/>
            </a:prstGeom>
          </p:spPr>
        </p:pic>
      </p:grpSp>
      <p:pic>
        <p:nvPicPr>
          <p:cNvPr id="27" name="Object 26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307216" y="9707429"/>
            <a:ext cx="9135968" cy="340892"/>
          </a:xfrm>
          <a:prstGeom prst="rect">
            <a:avLst/>
          </a:prstGeom>
        </p:spPr>
      </p:pic>
      <p:pic>
        <p:nvPicPr>
          <p:cNvPr id="28" name="Object 27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-76189" y="1128945"/>
            <a:ext cx="16366487" cy="967278"/>
          </a:xfrm>
          <a:prstGeom prst="rect">
            <a:avLst/>
          </a:prstGeom>
        </p:spPr>
      </p:pic>
      <p:pic>
        <p:nvPicPr>
          <p:cNvPr id="29" name="Object 2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5564633" y="194960"/>
            <a:ext cx="2670355" cy="902412"/>
          </a:xfrm>
          <a:prstGeom prst="rect">
            <a:avLst/>
          </a:prstGeom>
        </p:spPr>
      </p:pic>
      <p:pic>
        <p:nvPicPr>
          <p:cNvPr id="30" name="Object 2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4930954" y="194960"/>
            <a:ext cx="829316" cy="1022487"/>
          </a:xfrm>
          <a:prstGeom prst="rect">
            <a:avLst/>
          </a:prstGeom>
        </p:spPr>
      </p:pic>
      <p:pic>
        <p:nvPicPr>
          <p:cNvPr id="31" name="Object 3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271027" y="138923"/>
            <a:ext cx="4065745" cy="8444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-754582"/>
            <a:ext cx="18285714" cy="4467335"/>
            <a:chOff x="0" y="-754582"/>
            <a:chExt cx="18285714" cy="4467335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754582"/>
              <a:ext cx="18285714" cy="4467335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57075" y="9493784"/>
            <a:ext cx="18342789" cy="28571"/>
            <a:chOff x="-57075" y="9493784"/>
            <a:chExt cx="18342789" cy="28571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57075" y="9493784"/>
              <a:ext cx="18342789" cy="28571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32896" y="1737471"/>
            <a:ext cx="8552325" cy="7042825"/>
            <a:chOff x="432896" y="1737471"/>
            <a:chExt cx="8552325" cy="7042825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2896" y="1737471"/>
              <a:ext cx="8552325" cy="7042825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102555" y="3665135"/>
            <a:ext cx="7689948" cy="1214252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400582" y="2675291"/>
            <a:ext cx="2556151" cy="678722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432896" y="5258883"/>
            <a:ext cx="6602371" cy="3556675"/>
            <a:chOff x="432896" y="5258883"/>
            <a:chExt cx="6602371" cy="3556675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2896" y="5258883"/>
              <a:ext cx="6602371" cy="3556675"/>
            </a:xfrm>
            <a:prstGeom prst="rect">
              <a:avLst/>
            </a:prstGeom>
          </p:spPr>
        </p:pic>
      </p:grpSp>
      <p:pic>
        <p:nvPicPr>
          <p:cNvPr id="16" name="Object 15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5537025" y="142299"/>
            <a:ext cx="2559421" cy="965983"/>
          </a:xfrm>
          <a:prstGeom prst="rect">
            <a:avLst/>
          </a:prstGeom>
        </p:spPr>
      </p:pic>
      <p:pic>
        <p:nvPicPr>
          <p:cNvPr id="17" name="Object 16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5078332" y="142299"/>
            <a:ext cx="844183" cy="1022487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7035267" y="5309303"/>
            <a:ext cx="1917539" cy="3570487"/>
            <a:chOff x="7035267" y="5309303"/>
            <a:chExt cx="1917539" cy="3570487"/>
          </a:xfrm>
        </p:grpSpPr>
        <p:grpSp>
          <p:nvGrpSpPr>
            <p:cNvPr id="1006" name="그룹 1006"/>
            <p:cNvGrpSpPr/>
            <p:nvPr/>
          </p:nvGrpSpPr>
          <p:grpSpPr>
            <a:xfrm>
              <a:off x="7122143" y="5403600"/>
              <a:ext cx="1805119" cy="3468814"/>
              <a:chOff x="7122143" y="5403600"/>
              <a:chExt cx="1805119" cy="3468814"/>
            </a:xfrm>
          </p:grpSpPr>
          <p:pic>
            <p:nvPicPr>
              <p:cNvPr id="20" name="Object 19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7122143" y="5403600"/>
                <a:ext cx="1805119" cy="3468814"/>
              </a:xfrm>
              <a:prstGeom prst="rect">
                <a:avLst/>
              </a:prstGeom>
            </p:spPr>
          </p:pic>
        </p:grpSp>
        <p:grpSp>
          <p:nvGrpSpPr>
            <p:cNvPr id="1007" name="그룹 1007"/>
            <p:cNvGrpSpPr/>
            <p:nvPr/>
          </p:nvGrpSpPr>
          <p:grpSpPr>
            <a:xfrm>
              <a:off x="7035267" y="5309303"/>
              <a:ext cx="1917539" cy="3567288"/>
              <a:chOff x="7035267" y="5309303"/>
              <a:chExt cx="1917539" cy="3567288"/>
            </a:xfrm>
          </p:grpSpPr>
          <p:pic>
            <p:nvPicPr>
              <p:cNvPr id="23" name="Object 22"/>
              <p:cNvPicPr>
                <a:picLocks noChangeAspect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7035267" y="5309303"/>
                <a:ext cx="1917539" cy="3567288"/>
              </a:xfrm>
              <a:prstGeom prst="rect">
                <a:avLst/>
              </a:prstGeom>
            </p:spPr>
          </p:pic>
        </p:grpSp>
      </p:grpSp>
      <p:pic>
        <p:nvPicPr>
          <p:cNvPr id="26" name="Object 25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307216" y="9722858"/>
            <a:ext cx="9136121" cy="340892"/>
          </a:xfrm>
          <a:prstGeom prst="rect">
            <a:avLst/>
          </a:prstGeom>
        </p:spPr>
      </p:pic>
      <p:pic>
        <p:nvPicPr>
          <p:cNvPr id="27" name="Object 26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2202652" y="2293498"/>
            <a:ext cx="3182770" cy="873284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9450829" y="1705213"/>
            <a:ext cx="8497194" cy="6875288"/>
            <a:chOff x="9450829" y="1705213"/>
            <a:chExt cx="8497194" cy="6875288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450829" y="1705213"/>
              <a:ext cx="8497194" cy="6875288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3699426" y="5258883"/>
            <a:ext cx="4199424" cy="3669071"/>
            <a:chOff x="13699426" y="5258883"/>
            <a:chExt cx="4199424" cy="3669071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699426" y="5258883"/>
              <a:ext cx="4199424" cy="3669071"/>
            </a:xfrm>
            <a:prstGeom prst="rect">
              <a:avLst/>
            </a:prstGeom>
          </p:spPr>
        </p:pic>
      </p:grpSp>
      <p:pic>
        <p:nvPicPr>
          <p:cNvPr id="34" name="Object 33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9950485" y="3665135"/>
            <a:ext cx="7317929" cy="1167500"/>
          </a:xfrm>
          <a:prstGeom prst="rect">
            <a:avLst/>
          </a:prstGeom>
        </p:spPr>
      </p:pic>
      <p:grpSp>
        <p:nvGrpSpPr>
          <p:cNvPr id="1010" name="그룹 1010"/>
          <p:cNvGrpSpPr/>
          <p:nvPr/>
        </p:nvGrpSpPr>
        <p:grpSpPr>
          <a:xfrm>
            <a:off x="9450829" y="5258883"/>
            <a:ext cx="4101077" cy="3669071"/>
            <a:chOff x="9450829" y="5258883"/>
            <a:chExt cx="4101077" cy="3669071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450829" y="5258883"/>
              <a:ext cx="4101077" cy="3669071"/>
            </a:xfrm>
            <a:prstGeom prst="rect">
              <a:avLst/>
            </a:prstGeom>
          </p:spPr>
        </p:pic>
      </p:grpSp>
      <p:pic>
        <p:nvPicPr>
          <p:cNvPr id="38" name="Object 37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2019258" y="2578323"/>
            <a:ext cx="3700123" cy="8681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76781" y="1372349"/>
            <a:ext cx="11377424" cy="4799880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-57075" y="9493784"/>
            <a:ext cx="18342789" cy="28571"/>
            <a:chOff x="-57075" y="9493784"/>
            <a:chExt cx="18342789" cy="28571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57075" y="9493784"/>
              <a:ext cx="18342789" cy="2857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7117202" y="6048140"/>
            <a:ext cx="4051311" cy="3445644"/>
            <a:chOff x="7117202" y="6048140"/>
            <a:chExt cx="4051311" cy="3445644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17202" y="6048140"/>
              <a:ext cx="4051311" cy="34456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사용자 지정</PresentationFormat>
  <Paragraphs>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LG</cp:lastModifiedBy>
  <cp:revision>2</cp:revision>
  <dcterms:created xsi:type="dcterms:W3CDTF">2022-11-26T11:55:40Z</dcterms:created>
  <dcterms:modified xsi:type="dcterms:W3CDTF">2022-11-26T02:56:05Z</dcterms:modified>
</cp:coreProperties>
</file>